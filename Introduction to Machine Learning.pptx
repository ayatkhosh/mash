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4.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5.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20"/>
  </p:notesMasterIdLst>
  <p:handoutMasterIdLst>
    <p:handoutMasterId r:id="rId21"/>
  </p:handoutMasterIdLst>
  <p:sldIdLst>
    <p:sldId id="256" r:id="rId2"/>
    <p:sldId id="261" r:id="rId3"/>
    <p:sldId id="263" r:id="rId4"/>
    <p:sldId id="264" r:id="rId5"/>
    <p:sldId id="265" r:id="rId6"/>
    <p:sldId id="267" r:id="rId7"/>
    <p:sldId id="269" r:id="rId8"/>
    <p:sldId id="273" r:id="rId9"/>
    <p:sldId id="287" r:id="rId10"/>
    <p:sldId id="266" r:id="rId11"/>
    <p:sldId id="274" r:id="rId12"/>
    <p:sldId id="276" r:id="rId13"/>
    <p:sldId id="275" r:id="rId14"/>
    <p:sldId id="277" r:id="rId15"/>
    <p:sldId id="278" r:id="rId16"/>
    <p:sldId id="286" r:id="rId17"/>
    <p:sldId id="285" r:id="rId18"/>
    <p:sldId id="257" r:id="rId19"/>
  </p:sldIdLst>
  <p:sldSz cx="12192000" cy="6858000"/>
  <p:notesSz cx="7099300" cy="10234613"/>
  <p:defaultTextStyle>
    <a:defPPr>
      <a:defRPr lang="de-DE"/>
    </a:defPPr>
    <a:lvl1pPr algn="l" rtl="0" fontAlgn="base">
      <a:spcBef>
        <a:spcPct val="0"/>
      </a:spcBef>
      <a:spcAft>
        <a:spcPct val="0"/>
      </a:spcAft>
      <a:defRPr b="1" kern="1200">
        <a:solidFill>
          <a:schemeClr val="tx1"/>
        </a:solidFill>
        <a:latin typeface="Verdana" pitchFamily="34" charset="0"/>
        <a:ea typeface="+mn-ea"/>
        <a:cs typeface="+mn-cs"/>
      </a:defRPr>
    </a:lvl1pPr>
    <a:lvl2pPr marL="457200" algn="l" rtl="0" fontAlgn="base">
      <a:spcBef>
        <a:spcPct val="0"/>
      </a:spcBef>
      <a:spcAft>
        <a:spcPct val="0"/>
      </a:spcAft>
      <a:defRPr b="1" kern="1200">
        <a:solidFill>
          <a:schemeClr val="tx1"/>
        </a:solidFill>
        <a:latin typeface="Verdana" pitchFamily="34" charset="0"/>
        <a:ea typeface="+mn-ea"/>
        <a:cs typeface="+mn-cs"/>
      </a:defRPr>
    </a:lvl2pPr>
    <a:lvl3pPr marL="914400" algn="l" rtl="0" fontAlgn="base">
      <a:spcBef>
        <a:spcPct val="0"/>
      </a:spcBef>
      <a:spcAft>
        <a:spcPct val="0"/>
      </a:spcAft>
      <a:defRPr b="1" kern="1200">
        <a:solidFill>
          <a:schemeClr val="tx1"/>
        </a:solidFill>
        <a:latin typeface="Verdana" pitchFamily="34" charset="0"/>
        <a:ea typeface="+mn-ea"/>
        <a:cs typeface="+mn-cs"/>
      </a:defRPr>
    </a:lvl3pPr>
    <a:lvl4pPr marL="1371600" algn="l" rtl="0" fontAlgn="base">
      <a:spcBef>
        <a:spcPct val="0"/>
      </a:spcBef>
      <a:spcAft>
        <a:spcPct val="0"/>
      </a:spcAft>
      <a:defRPr b="1" kern="1200">
        <a:solidFill>
          <a:schemeClr val="tx1"/>
        </a:solidFill>
        <a:latin typeface="Verdana" pitchFamily="34" charset="0"/>
        <a:ea typeface="+mn-ea"/>
        <a:cs typeface="+mn-cs"/>
      </a:defRPr>
    </a:lvl4pPr>
    <a:lvl5pPr marL="1828800" algn="l" rtl="0" fontAlgn="base">
      <a:spcBef>
        <a:spcPct val="0"/>
      </a:spcBef>
      <a:spcAft>
        <a:spcPct val="0"/>
      </a:spcAft>
      <a:defRPr b="1" kern="1200">
        <a:solidFill>
          <a:schemeClr val="tx1"/>
        </a:solidFill>
        <a:latin typeface="Verdana" pitchFamily="34" charset="0"/>
        <a:ea typeface="+mn-ea"/>
        <a:cs typeface="+mn-cs"/>
      </a:defRPr>
    </a:lvl5pPr>
    <a:lvl6pPr marL="2286000" algn="l" defTabSz="914400" rtl="0" eaLnBrk="1" latinLnBrk="0" hangingPunct="1">
      <a:defRPr b="1" kern="1200">
        <a:solidFill>
          <a:schemeClr val="tx1"/>
        </a:solidFill>
        <a:latin typeface="Verdana" pitchFamily="34" charset="0"/>
        <a:ea typeface="+mn-ea"/>
        <a:cs typeface="+mn-cs"/>
      </a:defRPr>
    </a:lvl6pPr>
    <a:lvl7pPr marL="2743200" algn="l" defTabSz="914400" rtl="0" eaLnBrk="1" latinLnBrk="0" hangingPunct="1">
      <a:defRPr b="1" kern="1200">
        <a:solidFill>
          <a:schemeClr val="tx1"/>
        </a:solidFill>
        <a:latin typeface="Verdana" pitchFamily="34" charset="0"/>
        <a:ea typeface="+mn-ea"/>
        <a:cs typeface="+mn-cs"/>
      </a:defRPr>
    </a:lvl7pPr>
    <a:lvl8pPr marL="3200400" algn="l" defTabSz="914400" rtl="0" eaLnBrk="1" latinLnBrk="0" hangingPunct="1">
      <a:defRPr b="1" kern="1200">
        <a:solidFill>
          <a:schemeClr val="tx1"/>
        </a:solidFill>
        <a:latin typeface="Verdana" pitchFamily="34" charset="0"/>
        <a:ea typeface="+mn-ea"/>
        <a:cs typeface="+mn-cs"/>
      </a:defRPr>
    </a:lvl8pPr>
    <a:lvl9pPr marL="3657600" algn="l" defTabSz="914400" rtl="0" eaLnBrk="1" latinLnBrk="0" hangingPunct="1">
      <a:defRPr b="1"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Zeynep" initials="Z" lastIdx="6" clrIdx="0"/>
  <p:cmAuthor id="1" name="Fatih" initials="F"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9676"/>
    <a:srgbClr val="1FBB16"/>
    <a:srgbClr val="92D050"/>
    <a:srgbClr val="1BB8B0"/>
    <a:srgbClr val="0033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p:cViewPr varScale="1">
        <p:scale>
          <a:sx n="77" d="100"/>
          <a:sy n="77" d="100"/>
        </p:scale>
        <p:origin x="835" y="62"/>
      </p:cViewPr>
      <p:guideLst>
        <p:guide orient="horz" pos="2160"/>
        <p:guide pos="3840"/>
      </p:guideLst>
    </p:cSldViewPr>
  </p:slideViewPr>
  <p:outlineViewPr>
    <p:cViewPr>
      <p:scale>
        <a:sx n="33" d="100"/>
        <a:sy n="33" d="100"/>
      </p:scale>
      <p:origin x="0" y="-3078"/>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910" y="4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teng.dallal@gmail.com" userId="951fb2c98c33445e" providerId="LiveId" clId="{28BB77B1-56F4-4B66-BA43-D8799CB28B46}"/>
    <pc:docChg chg="modSld">
      <pc:chgData name="iteng.dallal@gmail.com" userId="951fb2c98c33445e" providerId="LiveId" clId="{28BB77B1-56F4-4B66-BA43-D8799CB28B46}" dt="2022-04-03T03:50:23.269" v="1" actId="20577"/>
      <pc:docMkLst>
        <pc:docMk/>
      </pc:docMkLst>
      <pc:sldChg chg="modSp mod">
        <pc:chgData name="iteng.dallal@gmail.com" userId="951fb2c98c33445e" providerId="LiveId" clId="{28BB77B1-56F4-4B66-BA43-D8799CB28B46}" dt="2022-04-03T03:50:23.269" v="1" actId="20577"/>
        <pc:sldMkLst>
          <pc:docMk/>
          <pc:sldMk cId="0" sldId="256"/>
        </pc:sldMkLst>
        <pc:spChg chg="mod">
          <ac:chgData name="iteng.dallal@gmail.com" userId="951fb2c98c33445e" providerId="LiveId" clId="{28BB77B1-56F4-4B66-BA43-D8799CB28B46}" dt="2022-04-03T03:50:23.269" v="1" actId="20577"/>
          <ac:spMkLst>
            <pc:docMk/>
            <pc:sldMk cId="0" sldId="256"/>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9366E1-3897-44BB-92BC-8C9E7DEE7396}" type="doc">
      <dgm:prSet loTypeId="urn:microsoft.com/office/officeart/2005/8/layout/radial5" loCatId="cycle" qsTypeId="urn:microsoft.com/office/officeart/2005/8/quickstyle/simple1" qsCatId="simple" csTypeId="urn:microsoft.com/office/officeart/2005/8/colors/colorful4" csCatId="colorful" phldr="1"/>
      <dgm:spPr/>
      <dgm:t>
        <a:bodyPr/>
        <a:lstStyle/>
        <a:p>
          <a:endParaRPr lang="en-US"/>
        </a:p>
      </dgm:t>
    </dgm:pt>
    <dgm:pt modelId="{1EF0BA36-AFD9-471F-B057-C451459EF53A}">
      <dgm:prSet phldrT="[Text]"/>
      <dgm:spPr/>
      <dgm:t>
        <a:bodyPr/>
        <a:lstStyle/>
        <a:p>
          <a:r>
            <a:rPr lang="en-US" dirty="0"/>
            <a:t>Machine Learning</a:t>
          </a:r>
        </a:p>
      </dgm:t>
    </dgm:pt>
    <dgm:pt modelId="{E9A6E182-6E1F-49F2-8C0B-B13E088F212F}" type="parTrans" cxnId="{6A7D8364-DA77-47EA-9935-A5B0DDCCF1AD}">
      <dgm:prSet/>
      <dgm:spPr/>
      <dgm:t>
        <a:bodyPr/>
        <a:lstStyle/>
        <a:p>
          <a:endParaRPr lang="en-US"/>
        </a:p>
      </dgm:t>
    </dgm:pt>
    <dgm:pt modelId="{C43CAF8A-07F6-4539-8B3D-49E1EDD7650C}" type="sibTrans" cxnId="{6A7D8364-DA77-47EA-9935-A5B0DDCCF1AD}">
      <dgm:prSet/>
      <dgm:spPr/>
      <dgm:t>
        <a:bodyPr/>
        <a:lstStyle/>
        <a:p>
          <a:endParaRPr lang="en-US"/>
        </a:p>
      </dgm:t>
    </dgm:pt>
    <dgm:pt modelId="{AED9C2C8-F240-4087-BF57-8D2BD66C3448}">
      <dgm:prSet phldrT="[Text]" custT="1"/>
      <dgm:spPr/>
      <dgm:t>
        <a:bodyPr/>
        <a:lstStyle/>
        <a:p>
          <a:r>
            <a:rPr lang="en-US" sz="1400" dirty="0"/>
            <a:t> </a:t>
          </a:r>
        </a:p>
      </dgm:t>
    </dgm:pt>
    <dgm:pt modelId="{A05C93BF-9732-44CD-92EF-3B5A92EF076D}" type="parTrans" cxnId="{6C79D793-48DD-4CC3-A85A-A97DFEDD17FE}">
      <dgm:prSet/>
      <dgm:spPr/>
      <dgm:t>
        <a:bodyPr/>
        <a:lstStyle/>
        <a:p>
          <a:endParaRPr lang="en-US"/>
        </a:p>
      </dgm:t>
    </dgm:pt>
    <dgm:pt modelId="{C9380DF3-D372-4013-8F9B-11B77A81327B}" type="sibTrans" cxnId="{6C79D793-48DD-4CC3-A85A-A97DFEDD17FE}">
      <dgm:prSet/>
      <dgm:spPr/>
      <dgm:t>
        <a:bodyPr/>
        <a:lstStyle/>
        <a:p>
          <a:endParaRPr lang="en-US"/>
        </a:p>
      </dgm:t>
    </dgm:pt>
    <dgm:pt modelId="{28BF2A27-2A56-426C-B483-0F4302360C98}">
      <dgm:prSet phldrT="[Text]" custT="1"/>
      <dgm:spPr/>
      <dgm:t>
        <a:bodyPr/>
        <a:lstStyle/>
        <a:p>
          <a:r>
            <a:rPr lang="en-US" sz="1400" dirty="0"/>
            <a:t> Reinforcement Learning</a:t>
          </a:r>
        </a:p>
      </dgm:t>
    </dgm:pt>
    <dgm:pt modelId="{244E4C4E-4CC2-48F0-8885-046B6B536B88}" type="parTrans" cxnId="{7D61FAAB-5824-422D-96D6-08D0E44A96FC}">
      <dgm:prSet/>
      <dgm:spPr/>
      <dgm:t>
        <a:bodyPr/>
        <a:lstStyle/>
        <a:p>
          <a:endParaRPr lang="en-US"/>
        </a:p>
      </dgm:t>
    </dgm:pt>
    <dgm:pt modelId="{2744E267-45E1-4AEA-A733-9C08A9D2D35E}" type="sibTrans" cxnId="{7D61FAAB-5824-422D-96D6-08D0E44A96FC}">
      <dgm:prSet/>
      <dgm:spPr/>
      <dgm:t>
        <a:bodyPr/>
        <a:lstStyle/>
        <a:p>
          <a:endParaRPr lang="en-US"/>
        </a:p>
      </dgm:t>
    </dgm:pt>
    <dgm:pt modelId="{B50EC0D2-8F90-4C28-8739-DE28A0065482}">
      <dgm:prSet phldrT="[Text]" custT="1"/>
      <dgm:spPr/>
      <dgm:t>
        <a:bodyPr/>
        <a:lstStyle/>
        <a:p>
          <a:r>
            <a:rPr lang="en-US" sz="1400" dirty="0"/>
            <a:t> </a:t>
          </a:r>
        </a:p>
      </dgm:t>
    </dgm:pt>
    <dgm:pt modelId="{EC106AD0-8BE5-4DFD-85A4-FA3856381C32}" type="sibTrans" cxnId="{F3CB38AF-5DD7-4D2B-9E1E-1F9529E1CD71}">
      <dgm:prSet/>
      <dgm:spPr/>
      <dgm:t>
        <a:bodyPr/>
        <a:lstStyle/>
        <a:p>
          <a:endParaRPr lang="en-US"/>
        </a:p>
      </dgm:t>
    </dgm:pt>
    <dgm:pt modelId="{E12EC3CA-B9D8-4E27-924E-F1F429893780}" type="parTrans" cxnId="{F3CB38AF-5DD7-4D2B-9E1E-1F9529E1CD71}">
      <dgm:prSet/>
      <dgm:spPr/>
      <dgm:t>
        <a:bodyPr/>
        <a:lstStyle/>
        <a:p>
          <a:endParaRPr lang="en-US"/>
        </a:p>
      </dgm:t>
    </dgm:pt>
    <dgm:pt modelId="{B0A7AD35-2931-477D-A141-EE58C1523B01}">
      <dgm:prSet phldrT="[Text]" custT="1"/>
      <dgm:spPr/>
      <dgm:t>
        <a:bodyPr/>
        <a:lstStyle/>
        <a:p>
          <a:r>
            <a:rPr lang="en-US" sz="1400" b="0" dirty="0"/>
            <a:t>Semi supervised Learning</a:t>
          </a:r>
          <a:endParaRPr lang="en-US" sz="1400" dirty="0"/>
        </a:p>
      </dgm:t>
    </dgm:pt>
    <dgm:pt modelId="{C9E81EE3-03CD-46B1-9E65-F4BE28AFDE7E}" type="parTrans" cxnId="{76EF7236-50A7-4F6E-B529-AC5D84643855}">
      <dgm:prSet/>
      <dgm:spPr/>
      <dgm:t>
        <a:bodyPr/>
        <a:lstStyle/>
        <a:p>
          <a:endParaRPr lang="en-US"/>
        </a:p>
      </dgm:t>
    </dgm:pt>
    <dgm:pt modelId="{68390969-47F1-4BF6-95DC-3002BA2035CD}" type="sibTrans" cxnId="{76EF7236-50A7-4F6E-B529-AC5D84643855}">
      <dgm:prSet/>
      <dgm:spPr/>
      <dgm:t>
        <a:bodyPr/>
        <a:lstStyle/>
        <a:p>
          <a:endParaRPr lang="en-US"/>
        </a:p>
      </dgm:t>
    </dgm:pt>
    <dgm:pt modelId="{B8913B12-7B4D-452A-94BF-36CE5BFF4381}" type="pres">
      <dgm:prSet presAssocID="{F69366E1-3897-44BB-92BC-8C9E7DEE7396}" presName="Name0" presStyleCnt="0">
        <dgm:presLayoutVars>
          <dgm:chMax val="1"/>
          <dgm:dir/>
          <dgm:animLvl val="ctr"/>
          <dgm:resizeHandles val="exact"/>
        </dgm:presLayoutVars>
      </dgm:prSet>
      <dgm:spPr/>
    </dgm:pt>
    <dgm:pt modelId="{2698E565-8A87-4AF1-8F8F-F8F0B5B25CE5}" type="pres">
      <dgm:prSet presAssocID="{1EF0BA36-AFD9-471F-B057-C451459EF53A}" presName="centerShape" presStyleLbl="node0" presStyleIdx="0" presStyleCnt="1" custScaleX="194439" custScaleY="170355" custLinFactNeighborX="-14679" custLinFactNeighborY="-12979"/>
      <dgm:spPr/>
    </dgm:pt>
    <dgm:pt modelId="{390A5350-D243-49B3-87BC-A141FB8C2230}" type="pres">
      <dgm:prSet presAssocID="{E12EC3CA-B9D8-4E27-924E-F1F429893780}" presName="parTrans" presStyleLbl="sibTrans2D1" presStyleIdx="0" presStyleCnt="4"/>
      <dgm:spPr/>
    </dgm:pt>
    <dgm:pt modelId="{15465CCB-2797-4B0C-96AC-DB25426D00AB}" type="pres">
      <dgm:prSet presAssocID="{E12EC3CA-B9D8-4E27-924E-F1F429893780}" presName="connectorText" presStyleLbl="sibTrans2D1" presStyleIdx="0" presStyleCnt="4"/>
      <dgm:spPr/>
    </dgm:pt>
    <dgm:pt modelId="{D10C8AA2-EB77-41FE-8068-4AD9E65D033A}" type="pres">
      <dgm:prSet presAssocID="{B50EC0D2-8F90-4C28-8739-DE28A0065482}" presName="node" presStyleLbl="node1" presStyleIdx="0" presStyleCnt="4" custScaleX="32763" custScaleY="30825" custRadScaleRad="194178" custRadScaleInc="-152893">
        <dgm:presLayoutVars>
          <dgm:bulletEnabled val="1"/>
        </dgm:presLayoutVars>
      </dgm:prSet>
      <dgm:spPr/>
    </dgm:pt>
    <dgm:pt modelId="{BF84FA32-ED37-4EC4-BB65-1FE35CF1ADF9}" type="pres">
      <dgm:prSet presAssocID="{A05C93BF-9732-44CD-92EF-3B5A92EF076D}" presName="parTrans" presStyleLbl="sibTrans2D1" presStyleIdx="1" presStyleCnt="4"/>
      <dgm:spPr/>
    </dgm:pt>
    <dgm:pt modelId="{FE9A24A5-2312-4C63-B019-E12F13FD8C79}" type="pres">
      <dgm:prSet presAssocID="{A05C93BF-9732-44CD-92EF-3B5A92EF076D}" presName="connectorText" presStyleLbl="sibTrans2D1" presStyleIdx="1" presStyleCnt="4"/>
      <dgm:spPr/>
    </dgm:pt>
    <dgm:pt modelId="{23A69B37-F3D5-483D-A026-8F3F4F67DC49}" type="pres">
      <dgm:prSet presAssocID="{AED9C2C8-F240-4087-BF57-8D2BD66C3448}" presName="node" presStyleLbl="node1" presStyleIdx="1" presStyleCnt="4" custScaleX="32763" custScaleY="30825" custRadScaleRad="131058" custRadScaleInc="-75800">
        <dgm:presLayoutVars>
          <dgm:bulletEnabled val="1"/>
        </dgm:presLayoutVars>
      </dgm:prSet>
      <dgm:spPr/>
    </dgm:pt>
    <dgm:pt modelId="{26CBD3E4-690C-4F35-9D8A-B768F6670A9E}" type="pres">
      <dgm:prSet presAssocID="{244E4C4E-4CC2-48F0-8885-046B6B536B88}" presName="parTrans" presStyleLbl="sibTrans2D1" presStyleIdx="2" presStyleCnt="4"/>
      <dgm:spPr/>
    </dgm:pt>
    <dgm:pt modelId="{2ABD95F4-9517-4068-838A-6BC8A613EA2A}" type="pres">
      <dgm:prSet presAssocID="{244E4C4E-4CC2-48F0-8885-046B6B536B88}" presName="connectorText" presStyleLbl="sibTrans2D1" presStyleIdx="2" presStyleCnt="4"/>
      <dgm:spPr/>
    </dgm:pt>
    <dgm:pt modelId="{446529D9-21F4-4B2B-813B-41C9C3B9ECB6}" type="pres">
      <dgm:prSet presAssocID="{28BF2A27-2A56-426C-B483-0F4302360C98}" presName="node" presStyleLbl="node1" presStyleIdx="2" presStyleCnt="4" custScaleX="580039" custScaleY="249333" custRadScaleRad="131812" custRadScaleInc="-79930">
        <dgm:presLayoutVars>
          <dgm:bulletEnabled val="1"/>
        </dgm:presLayoutVars>
      </dgm:prSet>
      <dgm:spPr/>
    </dgm:pt>
    <dgm:pt modelId="{1B7F6A39-E54C-44A9-93C0-29ACE16595B2}" type="pres">
      <dgm:prSet presAssocID="{C9E81EE3-03CD-46B1-9E65-F4BE28AFDE7E}" presName="parTrans" presStyleLbl="sibTrans2D1" presStyleIdx="3" presStyleCnt="4"/>
      <dgm:spPr/>
    </dgm:pt>
    <dgm:pt modelId="{ED03E2CF-1DA8-4314-BB41-01CC32346622}" type="pres">
      <dgm:prSet presAssocID="{C9E81EE3-03CD-46B1-9E65-F4BE28AFDE7E}" presName="connectorText" presStyleLbl="sibTrans2D1" presStyleIdx="3" presStyleCnt="4"/>
      <dgm:spPr/>
    </dgm:pt>
    <dgm:pt modelId="{86D0DC4D-75A7-4437-AEF7-2728B4B8F764}" type="pres">
      <dgm:prSet presAssocID="{B0A7AD35-2931-477D-A141-EE58C1523B01}" presName="node" presStyleLbl="node1" presStyleIdx="3" presStyleCnt="4" custScaleX="534618" custScaleY="255984" custRadScaleRad="166545" custRadScaleInc="-89829">
        <dgm:presLayoutVars>
          <dgm:bulletEnabled val="1"/>
        </dgm:presLayoutVars>
      </dgm:prSet>
      <dgm:spPr/>
    </dgm:pt>
  </dgm:ptLst>
  <dgm:cxnLst>
    <dgm:cxn modelId="{EDCE7215-FA94-4354-B840-973471967890}" type="presOf" srcId="{28BF2A27-2A56-426C-B483-0F4302360C98}" destId="{446529D9-21F4-4B2B-813B-41C9C3B9ECB6}" srcOrd="0" destOrd="0" presId="urn:microsoft.com/office/officeart/2005/8/layout/radial5"/>
    <dgm:cxn modelId="{76EF7236-50A7-4F6E-B529-AC5D84643855}" srcId="{1EF0BA36-AFD9-471F-B057-C451459EF53A}" destId="{B0A7AD35-2931-477D-A141-EE58C1523B01}" srcOrd="3" destOrd="0" parTransId="{C9E81EE3-03CD-46B1-9E65-F4BE28AFDE7E}" sibTransId="{68390969-47F1-4BF6-95DC-3002BA2035CD}"/>
    <dgm:cxn modelId="{6A7D8364-DA77-47EA-9935-A5B0DDCCF1AD}" srcId="{F69366E1-3897-44BB-92BC-8C9E7DEE7396}" destId="{1EF0BA36-AFD9-471F-B057-C451459EF53A}" srcOrd="0" destOrd="0" parTransId="{E9A6E182-6E1F-49F2-8C0B-B13E088F212F}" sibTransId="{C43CAF8A-07F6-4539-8B3D-49E1EDD7650C}"/>
    <dgm:cxn modelId="{5BC89D44-E2C7-4028-9556-DA90678AA3D7}" type="presOf" srcId="{E12EC3CA-B9D8-4E27-924E-F1F429893780}" destId="{15465CCB-2797-4B0C-96AC-DB25426D00AB}" srcOrd="1" destOrd="0" presId="urn:microsoft.com/office/officeart/2005/8/layout/radial5"/>
    <dgm:cxn modelId="{4AC58E47-1F1C-4A32-91F9-38444E82CC99}" type="presOf" srcId="{244E4C4E-4CC2-48F0-8885-046B6B536B88}" destId="{26CBD3E4-690C-4F35-9D8A-B768F6670A9E}" srcOrd="0" destOrd="0" presId="urn:microsoft.com/office/officeart/2005/8/layout/radial5"/>
    <dgm:cxn modelId="{4F3F5F6E-60B1-4025-A69C-ABB2507B090F}" type="presOf" srcId="{C9E81EE3-03CD-46B1-9E65-F4BE28AFDE7E}" destId="{ED03E2CF-1DA8-4314-BB41-01CC32346622}" srcOrd="1" destOrd="0" presId="urn:microsoft.com/office/officeart/2005/8/layout/radial5"/>
    <dgm:cxn modelId="{6E14D26E-F937-4336-BDC5-E120A753F79B}" type="presOf" srcId="{1EF0BA36-AFD9-471F-B057-C451459EF53A}" destId="{2698E565-8A87-4AF1-8F8F-F8F0B5B25CE5}" srcOrd="0" destOrd="0" presId="urn:microsoft.com/office/officeart/2005/8/layout/radial5"/>
    <dgm:cxn modelId="{81A38D6F-AFB9-4DAE-B991-87775BE72FC0}" type="presOf" srcId="{244E4C4E-4CC2-48F0-8885-046B6B536B88}" destId="{2ABD95F4-9517-4068-838A-6BC8A613EA2A}" srcOrd="1" destOrd="0" presId="urn:microsoft.com/office/officeart/2005/8/layout/radial5"/>
    <dgm:cxn modelId="{B218257E-277E-49BA-AEC7-8330A91BB3B5}" type="presOf" srcId="{A05C93BF-9732-44CD-92EF-3B5A92EF076D}" destId="{BF84FA32-ED37-4EC4-BB65-1FE35CF1ADF9}" srcOrd="0" destOrd="0" presId="urn:microsoft.com/office/officeart/2005/8/layout/radial5"/>
    <dgm:cxn modelId="{A3958181-6E92-4EE2-A5EC-48939FB1750E}" type="presOf" srcId="{E12EC3CA-B9D8-4E27-924E-F1F429893780}" destId="{390A5350-D243-49B3-87BC-A141FB8C2230}" srcOrd="0" destOrd="0" presId="urn:microsoft.com/office/officeart/2005/8/layout/radial5"/>
    <dgm:cxn modelId="{6C79D793-48DD-4CC3-A85A-A97DFEDD17FE}" srcId="{1EF0BA36-AFD9-471F-B057-C451459EF53A}" destId="{AED9C2C8-F240-4087-BF57-8D2BD66C3448}" srcOrd="1" destOrd="0" parTransId="{A05C93BF-9732-44CD-92EF-3B5A92EF076D}" sibTransId="{C9380DF3-D372-4013-8F9B-11B77A81327B}"/>
    <dgm:cxn modelId="{ACFFB995-1CB6-400D-B180-63B10B243EB2}" type="presOf" srcId="{B50EC0D2-8F90-4C28-8739-DE28A0065482}" destId="{D10C8AA2-EB77-41FE-8068-4AD9E65D033A}" srcOrd="0" destOrd="0" presId="urn:microsoft.com/office/officeart/2005/8/layout/radial5"/>
    <dgm:cxn modelId="{EEB6C7A1-D146-47FD-99FB-F3C629949C9F}" type="presOf" srcId="{F69366E1-3897-44BB-92BC-8C9E7DEE7396}" destId="{B8913B12-7B4D-452A-94BF-36CE5BFF4381}" srcOrd="0" destOrd="0" presId="urn:microsoft.com/office/officeart/2005/8/layout/radial5"/>
    <dgm:cxn modelId="{7D61FAAB-5824-422D-96D6-08D0E44A96FC}" srcId="{1EF0BA36-AFD9-471F-B057-C451459EF53A}" destId="{28BF2A27-2A56-426C-B483-0F4302360C98}" srcOrd="2" destOrd="0" parTransId="{244E4C4E-4CC2-48F0-8885-046B6B536B88}" sibTransId="{2744E267-45E1-4AEA-A733-9C08A9D2D35E}"/>
    <dgm:cxn modelId="{F3CB38AF-5DD7-4D2B-9E1E-1F9529E1CD71}" srcId="{1EF0BA36-AFD9-471F-B057-C451459EF53A}" destId="{B50EC0D2-8F90-4C28-8739-DE28A0065482}" srcOrd="0" destOrd="0" parTransId="{E12EC3CA-B9D8-4E27-924E-F1F429893780}" sibTransId="{EC106AD0-8BE5-4DFD-85A4-FA3856381C32}"/>
    <dgm:cxn modelId="{62AB80B9-527C-410C-9186-F276ACEB3F5D}" type="presOf" srcId="{A05C93BF-9732-44CD-92EF-3B5A92EF076D}" destId="{FE9A24A5-2312-4C63-B019-E12F13FD8C79}" srcOrd="1" destOrd="0" presId="urn:microsoft.com/office/officeart/2005/8/layout/radial5"/>
    <dgm:cxn modelId="{43AF44EF-28C5-488B-B999-CA7FA6C564CF}" type="presOf" srcId="{C9E81EE3-03CD-46B1-9E65-F4BE28AFDE7E}" destId="{1B7F6A39-E54C-44A9-93C0-29ACE16595B2}" srcOrd="0" destOrd="0" presId="urn:microsoft.com/office/officeart/2005/8/layout/radial5"/>
    <dgm:cxn modelId="{8CF2F0F2-BE75-4A8F-ADBE-8E4BA44C0325}" type="presOf" srcId="{B0A7AD35-2931-477D-A141-EE58C1523B01}" destId="{86D0DC4D-75A7-4437-AEF7-2728B4B8F764}" srcOrd="0" destOrd="0" presId="urn:microsoft.com/office/officeart/2005/8/layout/radial5"/>
    <dgm:cxn modelId="{2764A8F7-C2F4-4D0B-8318-2E5A0D6AAC78}" type="presOf" srcId="{AED9C2C8-F240-4087-BF57-8D2BD66C3448}" destId="{23A69B37-F3D5-483D-A026-8F3F4F67DC49}" srcOrd="0" destOrd="0" presId="urn:microsoft.com/office/officeart/2005/8/layout/radial5"/>
    <dgm:cxn modelId="{B834559D-302D-48EE-9F93-1C4E4B386BF6}" type="presParOf" srcId="{B8913B12-7B4D-452A-94BF-36CE5BFF4381}" destId="{2698E565-8A87-4AF1-8F8F-F8F0B5B25CE5}" srcOrd="0" destOrd="0" presId="urn:microsoft.com/office/officeart/2005/8/layout/radial5"/>
    <dgm:cxn modelId="{1D7BB387-697D-42D4-9144-D235F99C5D50}" type="presParOf" srcId="{B8913B12-7B4D-452A-94BF-36CE5BFF4381}" destId="{390A5350-D243-49B3-87BC-A141FB8C2230}" srcOrd="1" destOrd="0" presId="urn:microsoft.com/office/officeart/2005/8/layout/radial5"/>
    <dgm:cxn modelId="{BEF1BB9B-2C54-4DF7-96C9-B1311CC89AA4}" type="presParOf" srcId="{390A5350-D243-49B3-87BC-A141FB8C2230}" destId="{15465CCB-2797-4B0C-96AC-DB25426D00AB}" srcOrd="0" destOrd="0" presId="urn:microsoft.com/office/officeart/2005/8/layout/radial5"/>
    <dgm:cxn modelId="{DE4E1891-E7CE-426C-8270-0F33E829A72C}" type="presParOf" srcId="{B8913B12-7B4D-452A-94BF-36CE5BFF4381}" destId="{D10C8AA2-EB77-41FE-8068-4AD9E65D033A}" srcOrd="2" destOrd="0" presId="urn:microsoft.com/office/officeart/2005/8/layout/radial5"/>
    <dgm:cxn modelId="{66828FC3-108B-4770-BAF2-916270EB7D68}" type="presParOf" srcId="{B8913B12-7B4D-452A-94BF-36CE5BFF4381}" destId="{BF84FA32-ED37-4EC4-BB65-1FE35CF1ADF9}" srcOrd="3" destOrd="0" presId="urn:microsoft.com/office/officeart/2005/8/layout/radial5"/>
    <dgm:cxn modelId="{399C0E56-F288-4198-94EA-1E5DEF5A83F1}" type="presParOf" srcId="{BF84FA32-ED37-4EC4-BB65-1FE35CF1ADF9}" destId="{FE9A24A5-2312-4C63-B019-E12F13FD8C79}" srcOrd="0" destOrd="0" presId="urn:microsoft.com/office/officeart/2005/8/layout/radial5"/>
    <dgm:cxn modelId="{AC9BB0FB-C581-488A-9087-39AF2F14E153}" type="presParOf" srcId="{B8913B12-7B4D-452A-94BF-36CE5BFF4381}" destId="{23A69B37-F3D5-483D-A026-8F3F4F67DC49}" srcOrd="4" destOrd="0" presId="urn:microsoft.com/office/officeart/2005/8/layout/radial5"/>
    <dgm:cxn modelId="{88A7B196-9854-4ECD-B643-781C93F4F009}" type="presParOf" srcId="{B8913B12-7B4D-452A-94BF-36CE5BFF4381}" destId="{26CBD3E4-690C-4F35-9D8A-B768F6670A9E}" srcOrd="5" destOrd="0" presId="urn:microsoft.com/office/officeart/2005/8/layout/radial5"/>
    <dgm:cxn modelId="{23100D3C-60D9-4C89-A0C5-9041AC29B148}" type="presParOf" srcId="{26CBD3E4-690C-4F35-9D8A-B768F6670A9E}" destId="{2ABD95F4-9517-4068-838A-6BC8A613EA2A}" srcOrd="0" destOrd="0" presId="urn:microsoft.com/office/officeart/2005/8/layout/radial5"/>
    <dgm:cxn modelId="{89E5A7B5-EFC7-41A3-BF75-481836C2712B}" type="presParOf" srcId="{B8913B12-7B4D-452A-94BF-36CE5BFF4381}" destId="{446529D9-21F4-4B2B-813B-41C9C3B9ECB6}" srcOrd="6" destOrd="0" presId="urn:microsoft.com/office/officeart/2005/8/layout/radial5"/>
    <dgm:cxn modelId="{7D29C520-F28E-4804-9842-5DADA3E96F49}" type="presParOf" srcId="{B8913B12-7B4D-452A-94BF-36CE5BFF4381}" destId="{1B7F6A39-E54C-44A9-93C0-29ACE16595B2}" srcOrd="7" destOrd="0" presId="urn:microsoft.com/office/officeart/2005/8/layout/radial5"/>
    <dgm:cxn modelId="{7DD36A5A-5DDE-4ADD-B6AD-2CB1F82A14F6}" type="presParOf" srcId="{1B7F6A39-E54C-44A9-93C0-29ACE16595B2}" destId="{ED03E2CF-1DA8-4314-BB41-01CC32346622}" srcOrd="0" destOrd="0" presId="urn:microsoft.com/office/officeart/2005/8/layout/radial5"/>
    <dgm:cxn modelId="{B20B42E7-0194-4B51-A3FA-A5767745E8CC}" type="presParOf" srcId="{B8913B12-7B4D-452A-94BF-36CE5BFF4381}" destId="{86D0DC4D-75A7-4437-AEF7-2728B4B8F764}"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dgm:t>
        <a:bodyPr lIns="0" tIns="0" rIns="0" bIns="0"/>
        <a:lstStyle/>
        <a:p>
          <a:r>
            <a:rPr lang="en-US" sz="1400" dirty="0"/>
            <a:t>Classification</a:t>
          </a:r>
        </a:p>
      </dgm:t>
    </dgm:pt>
    <dgm:pt modelId="{196894A0-6ED9-418F-9D80-8BDC3024E295}" type="parTrans" cxnId="{34C1E64F-0B7C-4C30-81A1-DAA3CC4372C3}">
      <dgm:prSet/>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dgm:t>
        <a:bodyPr lIns="0" tIns="0" rIns="0" bIns="0"/>
        <a:lstStyle/>
        <a:p>
          <a:r>
            <a:rPr lang="en-US" sz="1400" dirty="0"/>
            <a:t>Regression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5E33620C-81C6-4B69-8EB2-7485F34BB918}" type="presOf" srcId="{D3D41388-37FB-4C00-AA3A-ABD17EBAF15F}" destId="{AB2BAFAF-6E44-408A-98EC-5B9CB1218E0F}" srcOrd="0" destOrd="0" presId="urn:microsoft.com/office/officeart/2005/8/layout/radial5"/>
    <dgm:cxn modelId="{323EF20C-0184-4D26-B70C-389A05B95768}" type="presOf" srcId="{196894A0-6ED9-418F-9D80-8BDC3024E295}" destId="{27254308-1F51-46C5-A564-103EDAC9274F}" srcOrd="1" destOrd="0" presId="urn:microsoft.com/office/officeart/2005/8/layout/radial5"/>
    <dgm:cxn modelId="{1D284D0F-E972-45BE-A02F-C7AF840143F4}" type="presOf" srcId="{C5C953AA-C167-434E-81D8-4FFA93E529E6}" destId="{3FB79A28-1CEF-41B3-977D-DDC30B2DEF60}" srcOrd="0" destOrd="0" presId="urn:microsoft.com/office/officeart/2005/8/layout/radial5"/>
    <dgm:cxn modelId="{0FB28A20-47ED-4365-A2A7-5D881A319E02}" type="presOf" srcId="{196894A0-6ED9-418F-9D80-8BDC3024E295}" destId="{7245A132-5DFB-4116-8442-5AC24D7C6B23}" srcOrd="0" destOrd="0" presId="urn:microsoft.com/office/officeart/2005/8/layout/radial5"/>
    <dgm:cxn modelId="{4CA20967-54B2-414B-BC82-DDE22FA8B3A9}" type="presOf" srcId="{92C3FD97-8F40-48D0-BA19-1576532C4283}" destId="{9204CA6C-7B96-4237-9523-A1E783632F36}" srcOrd="0" destOrd="0" presId="urn:microsoft.com/office/officeart/2005/8/layout/radial5"/>
    <dgm:cxn modelId="{D11C4047-2737-4613-AECB-FC3F1849FB05}" type="presOf" srcId="{F99ABC0E-3000-4010-8FB5-885841074648}" destId="{FD831607-ED38-49FD-8F53-9913534C7E30}"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09CEC57A-4AB2-4B4D-A937-EE90B7DF0ED8}" type="presOf" srcId="{C5C953AA-C167-434E-81D8-4FFA93E529E6}" destId="{E64D4CA0-D6E2-43C2-938F-CD61FFA3DF9E}" srcOrd="1"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1B289C83-3182-4199-9F8F-53A27FC2453B}" srcId="{F99ABC0E-3000-4010-8FB5-885841074648}" destId="{92C3FD97-8F40-48D0-BA19-1576532C4283}" srcOrd="0" destOrd="0" parTransId="{A70219FE-C86B-49B1-A285-44D3289EA039}" sibTransId="{E94643E5-E0AC-4DC2-92A2-6A5F0427B9E6}"/>
    <dgm:cxn modelId="{EF5476B8-4257-4AE9-8354-84365F710183}" type="presOf" srcId="{850706A2-C1FF-446B-8343-7755A3AE5861}" destId="{6D8CF351-8074-4D1F-BEAB-5FE945A17F5E}" srcOrd="0" destOrd="0" presId="urn:microsoft.com/office/officeart/2005/8/layout/radial5"/>
    <dgm:cxn modelId="{6E30AC17-EC58-4A28-8FD2-861E7572BB27}" type="presParOf" srcId="{FD831607-ED38-49FD-8F53-9913534C7E30}" destId="{9204CA6C-7B96-4237-9523-A1E783632F36}" srcOrd="0" destOrd="0" presId="urn:microsoft.com/office/officeart/2005/8/layout/radial5"/>
    <dgm:cxn modelId="{73AC40C2-89DC-45F6-AE6F-D3BCB0A22F73}" type="presParOf" srcId="{FD831607-ED38-49FD-8F53-9913534C7E30}" destId="{7245A132-5DFB-4116-8442-5AC24D7C6B23}" srcOrd="1" destOrd="0" presId="urn:microsoft.com/office/officeart/2005/8/layout/radial5"/>
    <dgm:cxn modelId="{9E3D990D-BC00-4AFE-A6A0-8A96AF009B10}" type="presParOf" srcId="{7245A132-5DFB-4116-8442-5AC24D7C6B23}" destId="{27254308-1F51-46C5-A564-103EDAC9274F}" srcOrd="0" destOrd="0" presId="urn:microsoft.com/office/officeart/2005/8/layout/radial5"/>
    <dgm:cxn modelId="{34721D58-4EE8-4372-817D-C0A2A30B3614}" type="presParOf" srcId="{FD831607-ED38-49FD-8F53-9913534C7E30}" destId="{AB2BAFAF-6E44-408A-98EC-5B9CB1218E0F}" srcOrd="2" destOrd="0" presId="urn:microsoft.com/office/officeart/2005/8/layout/radial5"/>
    <dgm:cxn modelId="{053AC477-6973-42C9-8AFB-A7BEDC7609FE}" type="presParOf" srcId="{FD831607-ED38-49FD-8F53-9913534C7E30}" destId="{3FB79A28-1CEF-41B3-977D-DDC30B2DEF60}" srcOrd="3" destOrd="0" presId="urn:microsoft.com/office/officeart/2005/8/layout/radial5"/>
    <dgm:cxn modelId="{81D12DB8-C854-449D-B003-9855CF69E0C2}" type="presParOf" srcId="{3FB79A28-1CEF-41B3-977D-DDC30B2DEF60}" destId="{E64D4CA0-D6E2-43C2-938F-CD61FFA3DF9E}" srcOrd="0" destOrd="0" presId="urn:microsoft.com/office/officeart/2005/8/layout/radial5"/>
    <dgm:cxn modelId="{FFFB5825-C846-4EC9-99A8-0194942423DC}"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dgm:t>
        <a:bodyPr lIns="0" tIns="0" rIns="0" bIns="0"/>
        <a:lstStyle/>
        <a:p>
          <a:r>
            <a:rPr lang="en-US" sz="1400" dirty="0"/>
            <a:t>Classification</a:t>
          </a:r>
        </a:p>
      </dgm:t>
    </dgm:pt>
    <dgm:pt modelId="{196894A0-6ED9-418F-9D80-8BDC3024E295}" type="parTrans" cxnId="{34C1E64F-0B7C-4C30-81A1-DAA3CC4372C3}">
      <dgm:prSet/>
      <dgm:spPr>
        <a:solidFill>
          <a:schemeClr val="accent5">
            <a:lumMod val="20000"/>
            <a:lumOff val="80000"/>
          </a:schemeClr>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a:solidFill>
          <a:schemeClr val="accent5">
            <a:lumMod val="20000"/>
            <a:lumOff val="80000"/>
          </a:schemeClr>
        </a:solidFill>
      </dgm:spPr>
      <dgm:t>
        <a:bodyPr lIns="0" tIns="0" rIns="0" bIns="0"/>
        <a:lstStyle/>
        <a:p>
          <a:r>
            <a:rPr lang="en-US" sz="1400" dirty="0"/>
            <a:t>Regression</a:t>
          </a:r>
        </a:p>
      </dgm:t>
    </dgm:pt>
    <dgm:pt modelId="{C5C953AA-C167-434E-81D8-4FFA93E529E6}" type="parTrans" cxnId="{B770617C-9472-4029-A660-186764C81120}">
      <dgm:prSet/>
      <dgm:spPr>
        <a:solidFill>
          <a:schemeClr val="accent5">
            <a:lumMod val="20000"/>
            <a:lumOff val="80000"/>
          </a:schemeClr>
        </a:solidFill>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a:solidFill>
          <a:schemeClr val="accent5">
            <a:lumMod val="20000"/>
            <a:lumOff val="80000"/>
          </a:schemeClr>
        </a:solidFill>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0DA9E02B-98F2-4623-882F-D586669C3FEE}" type="presOf" srcId="{92C3FD97-8F40-48D0-BA19-1576532C4283}" destId="{9204CA6C-7B96-4237-9523-A1E783632F36}" srcOrd="0" destOrd="0" presId="urn:microsoft.com/office/officeart/2005/8/layout/radial5"/>
    <dgm:cxn modelId="{0BA94835-677F-4844-BD9C-3622F4242F67}" type="presOf" srcId="{F99ABC0E-3000-4010-8FB5-885841074648}" destId="{FD831607-ED38-49FD-8F53-9913534C7E30}" srcOrd="0" destOrd="0" presId="urn:microsoft.com/office/officeart/2005/8/layout/radial5"/>
    <dgm:cxn modelId="{94D8D35C-CADC-4E0F-BD4A-49F239C43B5B}" type="presOf" srcId="{196894A0-6ED9-418F-9D80-8BDC3024E295}" destId="{7245A132-5DFB-4116-8442-5AC24D7C6B23}"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B770617C-9472-4029-A660-186764C81120}" srcId="{92C3FD97-8F40-48D0-BA19-1576532C4283}" destId="{850706A2-C1FF-446B-8343-7755A3AE5861}" srcOrd="1" destOrd="0" parTransId="{C5C953AA-C167-434E-81D8-4FFA93E529E6}" sibTransId="{4E60811D-4CEF-465A-A7D9-3424BD492611}"/>
    <dgm:cxn modelId="{1B289C83-3182-4199-9F8F-53A27FC2453B}" srcId="{F99ABC0E-3000-4010-8FB5-885841074648}" destId="{92C3FD97-8F40-48D0-BA19-1576532C4283}" srcOrd="0" destOrd="0" parTransId="{A70219FE-C86B-49B1-A285-44D3289EA039}" sibTransId="{E94643E5-E0AC-4DC2-92A2-6A5F0427B9E6}"/>
    <dgm:cxn modelId="{C9E34B96-CCCF-4825-AD46-2E0850206409}" type="presOf" srcId="{C5C953AA-C167-434E-81D8-4FFA93E529E6}" destId="{3FB79A28-1CEF-41B3-977D-DDC30B2DEF60}" srcOrd="0" destOrd="0" presId="urn:microsoft.com/office/officeart/2005/8/layout/radial5"/>
    <dgm:cxn modelId="{1FB44AA5-0CAC-4AFE-ABE5-FE0370569CC6}" type="presOf" srcId="{C5C953AA-C167-434E-81D8-4FFA93E529E6}" destId="{E64D4CA0-D6E2-43C2-938F-CD61FFA3DF9E}" srcOrd="1" destOrd="0" presId="urn:microsoft.com/office/officeart/2005/8/layout/radial5"/>
    <dgm:cxn modelId="{379F0DBB-BCB3-4493-96DB-003835FCC0C3}" type="presOf" srcId="{D3D41388-37FB-4C00-AA3A-ABD17EBAF15F}" destId="{AB2BAFAF-6E44-408A-98EC-5B9CB1218E0F}" srcOrd="0" destOrd="0" presId="urn:microsoft.com/office/officeart/2005/8/layout/radial5"/>
    <dgm:cxn modelId="{6C1D6CD8-EA06-4B98-A711-39DB3831B134}" type="presOf" srcId="{850706A2-C1FF-446B-8343-7755A3AE5861}" destId="{6D8CF351-8074-4D1F-BEAB-5FE945A17F5E}" srcOrd="0" destOrd="0" presId="urn:microsoft.com/office/officeart/2005/8/layout/radial5"/>
    <dgm:cxn modelId="{13811FE5-99B3-45F1-BF0B-2774BD45100C}" type="presOf" srcId="{196894A0-6ED9-418F-9D80-8BDC3024E295}" destId="{27254308-1F51-46C5-A564-103EDAC9274F}" srcOrd="1" destOrd="0" presId="urn:microsoft.com/office/officeart/2005/8/layout/radial5"/>
    <dgm:cxn modelId="{CD08622E-6DC5-4F03-A82A-93545E538CCE}" type="presParOf" srcId="{FD831607-ED38-49FD-8F53-9913534C7E30}" destId="{9204CA6C-7B96-4237-9523-A1E783632F36}" srcOrd="0" destOrd="0" presId="urn:microsoft.com/office/officeart/2005/8/layout/radial5"/>
    <dgm:cxn modelId="{DCCC6435-4137-4670-A3DC-8801F10C005B}" type="presParOf" srcId="{FD831607-ED38-49FD-8F53-9913534C7E30}" destId="{7245A132-5DFB-4116-8442-5AC24D7C6B23}" srcOrd="1" destOrd="0" presId="urn:microsoft.com/office/officeart/2005/8/layout/radial5"/>
    <dgm:cxn modelId="{8F076261-C649-42E4-80CD-5BB1D7CD5FB8}" type="presParOf" srcId="{7245A132-5DFB-4116-8442-5AC24D7C6B23}" destId="{27254308-1F51-46C5-A564-103EDAC9274F}" srcOrd="0" destOrd="0" presId="urn:microsoft.com/office/officeart/2005/8/layout/radial5"/>
    <dgm:cxn modelId="{9E2E6500-ECA2-4100-9510-FC3402916E1C}" type="presParOf" srcId="{FD831607-ED38-49FD-8F53-9913534C7E30}" destId="{AB2BAFAF-6E44-408A-98EC-5B9CB1218E0F}" srcOrd="2" destOrd="0" presId="urn:microsoft.com/office/officeart/2005/8/layout/radial5"/>
    <dgm:cxn modelId="{03542FC7-E724-4CF8-A883-AD9381C5A128}" type="presParOf" srcId="{FD831607-ED38-49FD-8F53-9913534C7E30}" destId="{3FB79A28-1CEF-41B3-977D-DDC30B2DEF60}" srcOrd="3" destOrd="0" presId="urn:microsoft.com/office/officeart/2005/8/layout/radial5"/>
    <dgm:cxn modelId="{3F41F9D4-FE27-4988-93E8-6379578430E3}" type="presParOf" srcId="{3FB79A28-1CEF-41B3-977D-DDC30B2DEF60}" destId="{E64D4CA0-D6E2-43C2-938F-CD61FFA3DF9E}" srcOrd="0" destOrd="0" presId="urn:microsoft.com/office/officeart/2005/8/layout/radial5"/>
    <dgm:cxn modelId="{B8F819CE-E8F8-430A-B9D3-ABFDF48F95F3}"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dgm:t>
        <a:bodyPr lIns="0" tIns="0" rIns="0" bIns="0"/>
        <a:lstStyle/>
        <a:p>
          <a:r>
            <a:rPr lang="en-US" sz="1400" dirty="0"/>
            <a:t>Classification</a:t>
          </a:r>
        </a:p>
      </dgm:t>
    </dgm:pt>
    <dgm:pt modelId="{196894A0-6ED9-418F-9D80-8BDC3024E295}" type="parTrans" cxnId="{34C1E64F-0B7C-4C30-81A1-DAA3CC4372C3}">
      <dgm:prSet/>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dgm:t>
        <a:bodyPr lIns="0" tIns="0" rIns="0" bIns="0"/>
        <a:lstStyle/>
        <a:p>
          <a:r>
            <a:rPr lang="en-US" sz="1400" dirty="0"/>
            <a:t>Regression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F1065A0A-FA90-4E0B-901B-0149C5803E7B}" type="presOf" srcId="{92C3FD97-8F40-48D0-BA19-1576532C4283}" destId="{9204CA6C-7B96-4237-9523-A1E783632F36}" srcOrd="0" destOrd="0" presId="urn:microsoft.com/office/officeart/2005/8/layout/radial5"/>
    <dgm:cxn modelId="{0B23F614-EDDF-4150-8434-6CB7A7715DA7}" type="presOf" srcId="{F99ABC0E-3000-4010-8FB5-885841074648}" destId="{FD831607-ED38-49FD-8F53-9913534C7E30}" srcOrd="0" destOrd="0" presId="urn:microsoft.com/office/officeart/2005/8/layout/radial5"/>
    <dgm:cxn modelId="{AF249726-C664-4FC5-B70D-076DCD248BA5}" type="presOf" srcId="{850706A2-C1FF-446B-8343-7755A3AE5861}" destId="{6D8CF351-8074-4D1F-BEAB-5FE945A17F5E}" srcOrd="0" destOrd="0" presId="urn:microsoft.com/office/officeart/2005/8/layout/radial5"/>
    <dgm:cxn modelId="{5C5CF63F-EF1D-4371-91F6-C0BCB28D4B97}" type="presOf" srcId="{C5C953AA-C167-434E-81D8-4FFA93E529E6}" destId="{3FB79A28-1CEF-41B3-977D-DDC30B2DEF60}" srcOrd="0" destOrd="0" presId="urn:microsoft.com/office/officeart/2005/8/layout/radial5"/>
    <dgm:cxn modelId="{FFA1D267-F88C-46C7-B02D-6B610EB8532E}" type="presOf" srcId="{C5C953AA-C167-434E-81D8-4FFA93E529E6}" destId="{E64D4CA0-D6E2-43C2-938F-CD61FFA3DF9E}" srcOrd="1"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B770617C-9472-4029-A660-186764C81120}" srcId="{92C3FD97-8F40-48D0-BA19-1576532C4283}" destId="{850706A2-C1FF-446B-8343-7755A3AE5861}" srcOrd="1" destOrd="0" parTransId="{C5C953AA-C167-434E-81D8-4FFA93E529E6}" sibTransId="{4E60811D-4CEF-465A-A7D9-3424BD492611}"/>
    <dgm:cxn modelId="{1B289C83-3182-4199-9F8F-53A27FC2453B}" srcId="{F99ABC0E-3000-4010-8FB5-885841074648}" destId="{92C3FD97-8F40-48D0-BA19-1576532C4283}" srcOrd="0" destOrd="0" parTransId="{A70219FE-C86B-49B1-A285-44D3289EA039}" sibTransId="{E94643E5-E0AC-4DC2-92A2-6A5F0427B9E6}"/>
    <dgm:cxn modelId="{A14BDBA8-7B1F-4800-B120-E7283F8B65D6}" type="presOf" srcId="{196894A0-6ED9-418F-9D80-8BDC3024E295}" destId="{7245A132-5DFB-4116-8442-5AC24D7C6B23}" srcOrd="0" destOrd="0" presId="urn:microsoft.com/office/officeart/2005/8/layout/radial5"/>
    <dgm:cxn modelId="{542580BA-6BA5-4339-83DE-64A27C78A15B}" type="presOf" srcId="{196894A0-6ED9-418F-9D80-8BDC3024E295}" destId="{27254308-1F51-46C5-A564-103EDAC9274F}" srcOrd="1" destOrd="0" presId="urn:microsoft.com/office/officeart/2005/8/layout/radial5"/>
    <dgm:cxn modelId="{6B5F79D7-2419-4982-AFD0-6BAB4B2F0360}" type="presOf" srcId="{D3D41388-37FB-4C00-AA3A-ABD17EBAF15F}" destId="{AB2BAFAF-6E44-408A-98EC-5B9CB1218E0F}" srcOrd="0" destOrd="0" presId="urn:microsoft.com/office/officeart/2005/8/layout/radial5"/>
    <dgm:cxn modelId="{20789059-B4E2-4454-8CB3-2EDD14E05D15}" type="presParOf" srcId="{FD831607-ED38-49FD-8F53-9913534C7E30}" destId="{9204CA6C-7B96-4237-9523-A1E783632F36}" srcOrd="0" destOrd="0" presId="urn:microsoft.com/office/officeart/2005/8/layout/radial5"/>
    <dgm:cxn modelId="{5ED1FCD1-2F70-46F1-B8F9-723A1BE207CB}" type="presParOf" srcId="{FD831607-ED38-49FD-8F53-9913534C7E30}" destId="{7245A132-5DFB-4116-8442-5AC24D7C6B23}" srcOrd="1" destOrd="0" presId="urn:microsoft.com/office/officeart/2005/8/layout/radial5"/>
    <dgm:cxn modelId="{10554813-F0FA-4D39-A71A-EA855C8FFC20}" type="presParOf" srcId="{7245A132-5DFB-4116-8442-5AC24D7C6B23}" destId="{27254308-1F51-46C5-A564-103EDAC9274F}" srcOrd="0" destOrd="0" presId="urn:microsoft.com/office/officeart/2005/8/layout/radial5"/>
    <dgm:cxn modelId="{516F081D-0D0C-4BF3-9CAF-7AD582D57BF5}" type="presParOf" srcId="{FD831607-ED38-49FD-8F53-9913534C7E30}" destId="{AB2BAFAF-6E44-408A-98EC-5B9CB1218E0F}" srcOrd="2" destOrd="0" presId="urn:microsoft.com/office/officeart/2005/8/layout/radial5"/>
    <dgm:cxn modelId="{A52390E7-1623-483A-B3FA-985419854D68}" type="presParOf" srcId="{FD831607-ED38-49FD-8F53-9913534C7E30}" destId="{3FB79A28-1CEF-41B3-977D-DDC30B2DEF60}" srcOrd="3" destOrd="0" presId="urn:microsoft.com/office/officeart/2005/8/layout/radial5"/>
    <dgm:cxn modelId="{6655806C-F358-4193-8EC3-269E6B78F11E}" type="presParOf" srcId="{3FB79A28-1CEF-41B3-977D-DDC30B2DEF60}" destId="{E64D4CA0-D6E2-43C2-938F-CD61FFA3DF9E}" srcOrd="0" destOrd="0" presId="urn:microsoft.com/office/officeart/2005/8/layout/radial5"/>
    <dgm:cxn modelId="{4B58B3DF-472E-4C6E-8531-E8DAED5F1A6F}"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a:solidFill>
          <a:schemeClr val="accent5">
            <a:lumMod val="20000"/>
            <a:lumOff val="80000"/>
          </a:schemeClr>
        </a:solidFill>
      </dgm:spPr>
      <dgm:t>
        <a:bodyPr lIns="0" tIns="0" rIns="0" bIns="0"/>
        <a:lstStyle/>
        <a:p>
          <a:r>
            <a:rPr lang="en-US" sz="1400" dirty="0"/>
            <a:t>Classification</a:t>
          </a:r>
        </a:p>
      </dgm:t>
    </dgm:pt>
    <dgm:pt modelId="{196894A0-6ED9-418F-9D80-8BDC3024E295}" type="parTrans" cxnId="{34C1E64F-0B7C-4C30-81A1-DAA3CC4372C3}">
      <dgm:prSet/>
      <dgm:spPr>
        <a:solidFill>
          <a:schemeClr val="accent5">
            <a:lumMod val="20000"/>
            <a:lumOff val="80000"/>
          </a:schemeClr>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dgm:t>
        <a:bodyPr lIns="0" tIns="0" rIns="0" bIns="0"/>
        <a:lstStyle/>
        <a:p>
          <a:r>
            <a:rPr lang="en-US" sz="1400" dirty="0"/>
            <a:t>Regression</a:t>
          </a:r>
        </a:p>
      </dgm:t>
    </dgm:pt>
    <dgm:pt modelId="{C5C953AA-C167-434E-81D8-4FFA93E529E6}" type="parTrans" cxnId="{B770617C-9472-4029-A660-186764C81120}">
      <dgm:prSet/>
      <dgm:spPr>
        <a:solidFill>
          <a:schemeClr val="accent5">
            <a:lumMod val="20000"/>
            <a:lumOff val="80000"/>
          </a:schemeClr>
        </a:solidFill>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a:solidFill>
          <a:schemeClr val="accent5">
            <a:lumMod val="20000"/>
            <a:lumOff val="80000"/>
          </a:schemeClr>
        </a:solidFill>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8EF0591B-5627-4A7D-A24C-E23589EEBD74}" type="presOf" srcId="{C5C953AA-C167-434E-81D8-4FFA93E529E6}" destId="{E64D4CA0-D6E2-43C2-938F-CD61FFA3DF9E}" srcOrd="1" destOrd="0" presId="urn:microsoft.com/office/officeart/2005/8/layout/radial5"/>
    <dgm:cxn modelId="{C3575C33-16BE-4583-8C47-2321E9AB4D51}" type="presOf" srcId="{196894A0-6ED9-418F-9D80-8BDC3024E295}" destId="{7245A132-5DFB-4116-8442-5AC24D7C6B23}" srcOrd="0" destOrd="0" presId="urn:microsoft.com/office/officeart/2005/8/layout/radial5"/>
    <dgm:cxn modelId="{32BE5C60-BA59-44BF-9A52-2C561CFDB78C}" type="presOf" srcId="{92C3FD97-8F40-48D0-BA19-1576532C4283}" destId="{9204CA6C-7B96-4237-9523-A1E783632F36}" srcOrd="0" destOrd="0" presId="urn:microsoft.com/office/officeart/2005/8/layout/radial5"/>
    <dgm:cxn modelId="{A3A9A669-0F4D-457B-944B-4FAD83D9C6B2}"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B770617C-9472-4029-A660-186764C81120}" srcId="{92C3FD97-8F40-48D0-BA19-1576532C4283}" destId="{850706A2-C1FF-446B-8343-7755A3AE5861}" srcOrd="1" destOrd="0" parTransId="{C5C953AA-C167-434E-81D8-4FFA93E529E6}" sibTransId="{4E60811D-4CEF-465A-A7D9-3424BD492611}"/>
    <dgm:cxn modelId="{1B289C83-3182-4199-9F8F-53A27FC2453B}" srcId="{F99ABC0E-3000-4010-8FB5-885841074648}" destId="{92C3FD97-8F40-48D0-BA19-1576532C4283}" srcOrd="0" destOrd="0" parTransId="{A70219FE-C86B-49B1-A285-44D3289EA039}" sibTransId="{E94643E5-E0AC-4DC2-92A2-6A5F0427B9E6}"/>
    <dgm:cxn modelId="{C2914884-7A4A-43BF-8489-16C6D8546B39}" type="presOf" srcId="{196894A0-6ED9-418F-9D80-8BDC3024E295}" destId="{27254308-1F51-46C5-A564-103EDAC9274F}" srcOrd="1" destOrd="0" presId="urn:microsoft.com/office/officeart/2005/8/layout/radial5"/>
    <dgm:cxn modelId="{72C02AA5-D6D4-46AE-AD8C-554BC634623C}" type="presOf" srcId="{850706A2-C1FF-446B-8343-7755A3AE5861}" destId="{6D8CF351-8074-4D1F-BEAB-5FE945A17F5E}" srcOrd="0" destOrd="0" presId="urn:microsoft.com/office/officeart/2005/8/layout/radial5"/>
    <dgm:cxn modelId="{A79951E6-E179-4FE7-9784-7894DC9D1791}" type="presOf" srcId="{F99ABC0E-3000-4010-8FB5-885841074648}" destId="{FD831607-ED38-49FD-8F53-9913534C7E30}" srcOrd="0" destOrd="0" presId="urn:microsoft.com/office/officeart/2005/8/layout/radial5"/>
    <dgm:cxn modelId="{9363F3E9-A122-4C2A-B038-10546809E5E5}" type="presOf" srcId="{C5C953AA-C167-434E-81D8-4FFA93E529E6}" destId="{3FB79A28-1CEF-41B3-977D-DDC30B2DEF60}" srcOrd="0" destOrd="0" presId="urn:microsoft.com/office/officeart/2005/8/layout/radial5"/>
    <dgm:cxn modelId="{836C9C55-A15B-4F0C-ABCA-C1644168C3BE}" type="presParOf" srcId="{FD831607-ED38-49FD-8F53-9913534C7E30}" destId="{9204CA6C-7B96-4237-9523-A1E783632F36}" srcOrd="0" destOrd="0" presId="urn:microsoft.com/office/officeart/2005/8/layout/radial5"/>
    <dgm:cxn modelId="{A2D45DA9-5AA0-400F-9615-AA466D2A3377}" type="presParOf" srcId="{FD831607-ED38-49FD-8F53-9913534C7E30}" destId="{7245A132-5DFB-4116-8442-5AC24D7C6B23}" srcOrd="1" destOrd="0" presId="urn:microsoft.com/office/officeart/2005/8/layout/radial5"/>
    <dgm:cxn modelId="{98BF82D2-53C0-44C3-85F0-44ED973D9627}" type="presParOf" srcId="{7245A132-5DFB-4116-8442-5AC24D7C6B23}" destId="{27254308-1F51-46C5-A564-103EDAC9274F}" srcOrd="0" destOrd="0" presId="urn:microsoft.com/office/officeart/2005/8/layout/radial5"/>
    <dgm:cxn modelId="{8F93F16B-9448-49D7-B995-A795DB1315AC}" type="presParOf" srcId="{FD831607-ED38-49FD-8F53-9913534C7E30}" destId="{AB2BAFAF-6E44-408A-98EC-5B9CB1218E0F}" srcOrd="2" destOrd="0" presId="urn:microsoft.com/office/officeart/2005/8/layout/radial5"/>
    <dgm:cxn modelId="{A8523DE7-4A9A-441C-9753-95F2DB1FF42C}" type="presParOf" srcId="{FD831607-ED38-49FD-8F53-9913534C7E30}" destId="{3FB79A28-1CEF-41B3-977D-DDC30B2DEF60}" srcOrd="3" destOrd="0" presId="urn:microsoft.com/office/officeart/2005/8/layout/radial5"/>
    <dgm:cxn modelId="{264DE948-C3E0-4832-957C-533333002294}" type="presParOf" srcId="{3FB79A28-1CEF-41B3-977D-DDC30B2DEF60}" destId="{E64D4CA0-D6E2-43C2-938F-CD61FFA3DF9E}" srcOrd="0" destOrd="0" presId="urn:microsoft.com/office/officeart/2005/8/layout/radial5"/>
    <dgm:cxn modelId="{BA89CA0A-47A3-40FA-AC45-731A7C6FD21D}"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dgm:t>
        <a:bodyPr lIns="0" tIns="0" rIns="0" bIns="0"/>
        <a:lstStyle/>
        <a:p>
          <a:r>
            <a:rPr lang="en-US" sz="1400" dirty="0"/>
            <a:t>Classification</a:t>
          </a:r>
        </a:p>
      </dgm:t>
    </dgm:pt>
    <dgm:pt modelId="{196894A0-6ED9-418F-9D80-8BDC3024E295}" type="parTrans" cxnId="{34C1E64F-0B7C-4C30-81A1-DAA3CC4372C3}">
      <dgm:prSet/>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dgm:t>
        <a:bodyPr lIns="0" tIns="0" rIns="0" bIns="0"/>
        <a:lstStyle/>
        <a:p>
          <a:r>
            <a:rPr lang="en-US" sz="1400" dirty="0"/>
            <a:t>Regression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42107007-5561-4C66-84AC-B703A4D924D3}" type="presOf" srcId="{D3D41388-37FB-4C00-AA3A-ABD17EBAF15F}" destId="{AB2BAFAF-6E44-408A-98EC-5B9CB1218E0F}" srcOrd="0" destOrd="0" presId="urn:microsoft.com/office/officeart/2005/8/layout/radial5"/>
    <dgm:cxn modelId="{B18E1115-EF99-40D4-BA24-95D6325B2146}" type="presOf" srcId="{196894A0-6ED9-418F-9D80-8BDC3024E295}" destId="{7245A132-5DFB-4116-8442-5AC24D7C6B23}" srcOrd="0" destOrd="0" presId="urn:microsoft.com/office/officeart/2005/8/layout/radial5"/>
    <dgm:cxn modelId="{2C834E26-E45D-4C84-9F67-D03812F83B11}" type="presOf" srcId="{C5C953AA-C167-434E-81D8-4FFA93E529E6}" destId="{3FB79A28-1CEF-41B3-977D-DDC30B2DEF60}" srcOrd="0" destOrd="0" presId="urn:microsoft.com/office/officeart/2005/8/layout/radial5"/>
    <dgm:cxn modelId="{2FB20332-25D3-48FC-99F6-1173CF70FAE6}" type="presOf" srcId="{C5C953AA-C167-434E-81D8-4FFA93E529E6}" destId="{E64D4CA0-D6E2-43C2-938F-CD61FFA3DF9E}" srcOrd="1"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4A016076-ECF1-4563-946E-617CB9B917D9}" type="presOf" srcId="{850706A2-C1FF-446B-8343-7755A3AE5861}" destId="{6D8CF351-8074-4D1F-BEAB-5FE945A17F5E}" srcOrd="0" destOrd="0" presId="urn:microsoft.com/office/officeart/2005/8/layout/radial5"/>
    <dgm:cxn modelId="{FD7A4677-2DFF-4504-BD7B-33E215F3722D}" type="presOf" srcId="{196894A0-6ED9-418F-9D80-8BDC3024E295}" destId="{27254308-1F51-46C5-A564-103EDAC9274F}" srcOrd="1"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1B289C83-3182-4199-9F8F-53A27FC2453B}" srcId="{F99ABC0E-3000-4010-8FB5-885841074648}" destId="{92C3FD97-8F40-48D0-BA19-1576532C4283}" srcOrd="0" destOrd="0" parTransId="{A70219FE-C86B-49B1-A285-44D3289EA039}" sibTransId="{E94643E5-E0AC-4DC2-92A2-6A5F0427B9E6}"/>
    <dgm:cxn modelId="{3B45ACDB-D7D6-44DC-A62B-FC00301C897C}" type="presOf" srcId="{92C3FD97-8F40-48D0-BA19-1576532C4283}" destId="{9204CA6C-7B96-4237-9523-A1E783632F36}" srcOrd="0" destOrd="0" presId="urn:microsoft.com/office/officeart/2005/8/layout/radial5"/>
    <dgm:cxn modelId="{BA3FFEEE-AF68-452A-9CC8-C5B075710E50}" type="presOf" srcId="{F99ABC0E-3000-4010-8FB5-885841074648}" destId="{FD831607-ED38-49FD-8F53-9913534C7E30}" srcOrd="0" destOrd="0" presId="urn:microsoft.com/office/officeart/2005/8/layout/radial5"/>
    <dgm:cxn modelId="{4354E88A-40D8-4626-96E4-2B76BA1DAA4F}" type="presParOf" srcId="{FD831607-ED38-49FD-8F53-9913534C7E30}" destId="{9204CA6C-7B96-4237-9523-A1E783632F36}" srcOrd="0" destOrd="0" presId="urn:microsoft.com/office/officeart/2005/8/layout/radial5"/>
    <dgm:cxn modelId="{8C9D7F96-E467-428C-9ACB-70D36976333C}" type="presParOf" srcId="{FD831607-ED38-49FD-8F53-9913534C7E30}" destId="{7245A132-5DFB-4116-8442-5AC24D7C6B23}" srcOrd="1" destOrd="0" presId="urn:microsoft.com/office/officeart/2005/8/layout/radial5"/>
    <dgm:cxn modelId="{9FA483EF-0DEE-4CBA-A65B-B74B1582F951}" type="presParOf" srcId="{7245A132-5DFB-4116-8442-5AC24D7C6B23}" destId="{27254308-1F51-46C5-A564-103EDAC9274F}" srcOrd="0" destOrd="0" presId="urn:microsoft.com/office/officeart/2005/8/layout/radial5"/>
    <dgm:cxn modelId="{946B97F5-22E1-4B00-8247-67E5CEBEB471}" type="presParOf" srcId="{FD831607-ED38-49FD-8F53-9913534C7E30}" destId="{AB2BAFAF-6E44-408A-98EC-5B9CB1218E0F}" srcOrd="2" destOrd="0" presId="urn:microsoft.com/office/officeart/2005/8/layout/radial5"/>
    <dgm:cxn modelId="{A947864C-943A-4873-8B43-B8724C2A8905}" type="presParOf" srcId="{FD831607-ED38-49FD-8F53-9913534C7E30}" destId="{3FB79A28-1CEF-41B3-977D-DDC30B2DEF60}" srcOrd="3" destOrd="0" presId="urn:microsoft.com/office/officeart/2005/8/layout/radial5"/>
    <dgm:cxn modelId="{9E6E8589-EBE8-494E-94A4-8F9F19FEEC5F}" type="presParOf" srcId="{3FB79A28-1CEF-41B3-977D-DDC30B2DEF60}" destId="{E64D4CA0-D6E2-43C2-938F-CD61FFA3DF9E}" srcOrd="0" destOrd="0" presId="urn:microsoft.com/office/officeart/2005/8/layout/radial5"/>
    <dgm:cxn modelId="{30B2094C-8F14-4311-8AEA-0BA0AFB671F1}"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69366E1-3897-44BB-92BC-8C9E7DEE7396}" type="doc">
      <dgm:prSet loTypeId="urn:microsoft.com/office/officeart/2005/8/layout/radial5" loCatId="cycle" qsTypeId="urn:microsoft.com/office/officeart/2005/8/quickstyle/simple1" qsCatId="simple" csTypeId="urn:microsoft.com/office/officeart/2005/8/colors/colorful4" csCatId="colorful" phldr="1"/>
      <dgm:spPr/>
      <dgm:t>
        <a:bodyPr/>
        <a:lstStyle/>
        <a:p>
          <a:endParaRPr lang="en-US"/>
        </a:p>
      </dgm:t>
    </dgm:pt>
    <dgm:pt modelId="{1EF0BA36-AFD9-471F-B057-C451459EF53A}">
      <dgm:prSet phldrT="[Text]"/>
      <dgm:spPr/>
      <dgm:t>
        <a:bodyPr/>
        <a:lstStyle/>
        <a:p>
          <a:r>
            <a:rPr lang="en-US" dirty="0"/>
            <a:t>Machine Learning</a:t>
          </a:r>
        </a:p>
      </dgm:t>
    </dgm:pt>
    <dgm:pt modelId="{E9A6E182-6E1F-49F2-8C0B-B13E088F212F}" type="parTrans" cxnId="{6A7D8364-DA77-47EA-9935-A5B0DDCCF1AD}">
      <dgm:prSet/>
      <dgm:spPr/>
      <dgm:t>
        <a:bodyPr/>
        <a:lstStyle/>
        <a:p>
          <a:endParaRPr lang="en-US"/>
        </a:p>
      </dgm:t>
    </dgm:pt>
    <dgm:pt modelId="{C43CAF8A-07F6-4539-8B3D-49E1EDD7650C}" type="sibTrans" cxnId="{6A7D8364-DA77-47EA-9935-A5B0DDCCF1AD}">
      <dgm:prSet/>
      <dgm:spPr/>
      <dgm:t>
        <a:bodyPr/>
        <a:lstStyle/>
        <a:p>
          <a:endParaRPr lang="en-US"/>
        </a:p>
      </dgm:t>
    </dgm:pt>
    <dgm:pt modelId="{AED9C2C8-F240-4087-BF57-8D2BD66C3448}">
      <dgm:prSet phldrT="[Text]" custT="1"/>
      <dgm:spPr/>
      <dgm:t>
        <a:bodyPr/>
        <a:lstStyle/>
        <a:p>
          <a:r>
            <a:rPr lang="en-US" sz="1400" dirty="0"/>
            <a:t> </a:t>
          </a:r>
        </a:p>
      </dgm:t>
    </dgm:pt>
    <dgm:pt modelId="{A05C93BF-9732-44CD-92EF-3B5A92EF076D}" type="parTrans" cxnId="{6C79D793-48DD-4CC3-A85A-A97DFEDD17FE}">
      <dgm:prSet/>
      <dgm:spPr/>
      <dgm:t>
        <a:bodyPr/>
        <a:lstStyle/>
        <a:p>
          <a:endParaRPr lang="en-US"/>
        </a:p>
      </dgm:t>
    </dgm:pt>
    <dgm:pt modelId="{C9380DF3-D372-4013-8F9B-11B77A81327B}" type="sibTrans" cxnId="{6C79D793-48DD-4CC3-A85A-A97DFEDD17FE}">
      <dgm:prSet/>
      <dgm:spPr/>
      <dgm:t>
        <a:bodyPr/>
        <a:lstStyle/>
        <a:p>
          <a:endParaRPr lang="en-US"/>
        </a:p>
      </dgm:t>
    </dgm:pt>
    <dgm:pt modelId="{28BF2A27-2A56-426C-B483-0F4302360C98}">
      <dgm:prSet phldrT="[Text]" custT="1"/>
      <dgm:spPr/>
      <dgm:t>
        <a:bodyPr/>
        <a:lstStyle/>
        <a:p>
          <a:r>
            <a:rPr lang="en-US" sz="1400" dirty="0"/>
            <a:t> Reinforcement Learning</a:t>
          </a:r>
        </a:p>
      </dgm:t>
    </dgm:pt>
    <dgm:pt modelId="{244E4C4E-4CC2-48F0-8885-046B6B536B88}" type="parTrans" cxnId="{7D61FAAB-5824-422D-96D6-08D0E44A96FC}">
      <dgm:prSet/>
      <dgm:spPr/>
      <dgm:t>
        <a:bodyPr/>
        <a:lstStyle/>
        <a:p>
          <a:endParaRPr lang="en-US"/>
        </a:p>
      </dgm:t>
    </dgm:pt>
    <dgm:pt modelId="{2744E267-45E1-4AEA-A733-9C08A9D2D35E}" type="sibTrans" cxnId="{7D61FAAB-5824-422D-96D6-08D0E44A96FC}">
      <dgm:prSet/>
      <dgm:spPr/>
      <dgm:t>
        <a:bodyPr/>
        <a:lstStyle/>
        <a:p>
          <a:endParaRPr lang="en-US"/>
        </a:p>
      </dgm:t>
    </dgm:pt>
    <dgm:pt modelId="{B50EC0D2-8F90-4C28-8739-DE28A0065482}">
      <dgm:prSet phldrT="[Text]" custT="1"/>
      <dgm:spPr/>
      <dgm:t>
        <a:bodyPr/>
        <a:lstStyle/>
        <a:p>
          <a:r>
            <a:rPr lang="en-US" sz="1400" dirty="0"/>
            <a:t> </a:t>
          </a:r>
        </a:p>
      </dgm:t>
    </dgm:pt>
    <dgm:pt modelId="{EC106AD0-8BE5-4DFD-85A4-FA3856381C32}" type="sibTrans" cxnId="{F3CB38AF-5DD7-4D2B-9E1E-1F9529E1CD71}">
      <dgm:prSet/>
      <dgm:spPr/>
      <dgm:t>
        <a:bodyPr/>
        <a:lstStyle/>
        <a:p>
          <a:endParaRPr lang="en-US"/>
        </a:p>
      </dgm:t>
    </dgm:pt>
    <dgm:pt modelId="{E12EC3CA-B9D8-4E27-924E-F1F429893780}" type="parTrans" cxnId="{F3CB38AF-5DD7-4D2B-9E1E-1F9529E1CD71}">
      <dgm:prSet/>
      <dgm:spPr/>
      <dgm:t>
        <a:bodyPr/>
        <a:lstStyle/>
        <a:p>
          <a:endParaRPr lang="en-US"/>
        </a:p>
      </dgm:t>
    </dgm:pt>
    <dgm:pt modelId="{B0A7AD35-2931-477D-A141-EE58C1523B01}">
      <dgm:prSet phldrT="[Text]" custT="1"/>
      <dgm:spPr/>
      <dgm:t>
        <a:bodyPr/>
        <a:lstStyle/>
        <a:p>
          <a:r>
            <a:rPr lang="en-US" sz="1400" b="0" dirty="0"/>
            <a:t>Semi supervised Learning</a:t>
          </a:r>
          <a:endParaRPr lang="en-US" sz="1400" dirty="0"/>
        </a:p>
      </dgm:t>
    </dgm:pt>
    <dgm:pt modelId="{C9E81EE3-03CD-46B1-9E65-F4BE28AFDE7E}" type="parTrans" cxnId="{76EF7236-50A7-4F6E-B529-AC5D84643855}">
      <dgm:prSet/>
      <dgm:spPr/>
      <dgm:t>
        <a:bodyPr/>
        <a:lstStyle/>
        <a:p>
          <a:endParaRPr lang="en-US"/>
        </a:p>
      </dgm:t>
    </dgm:pt>
    <dgm:pt modelId="{68390969-47F1-4BF6-95DC-3002BA2035CD}" type="sibTrans" cxnId="{76EF7236-50A7-4F6E-B529-AC5D84643855}">
      <dgm:prSet/>
      <dgm:spPr/>
      <dgm:t>
        <a:bodyPr/>
        <a:lstStyle/>
        <a:p>
          <a:endParaRPr lang="en-US"/>
        </a:p>
      </dgm:t>
    </dgm:pt>
    <dgm:pt modelId="{B8913B12-7B4D-452A-94BF-36CE5BFF4381}" type="pres">
      <dgm:prSet presAssocID="{F69366E1-3897-44BB-92BC-8C9E7DEE7396}" presName="Name0" presStyleCnt="0">
        <dgm:presLayoutVars>
          <dgm:chMax val="1"/>
          <dgm:dir/>
          <dgm:animLvl val="ctr"/>
          <dgm:resizeHandles val="exact"/>
        </dgm:presLayoutVars>
      </dgm:prSet>
      <dgm:spPr/>
    </dgm:pt>
    <dgm:pt modelId="{2698E565-8A87-4AF1-8F8F-F8F0B5B25CE5}" type="pres">
      <dgm:prSet presAssocID="{1EF0BA36-AFD9-471F-B057-C451459EF53A}" presName="centerShape" presStyleLbl="node0" presStyleIdx="0" presStyleCnt="1" custScaleX="194439" custScaleY="170355" custLinFactNeighborX="-14679" custLinFactNeighborY="-12979"/>
      <dgm:spPr/>
    </dgm:pt>
    <dgm:pt modelId="{390A5350-D243-49B3-87BC-A141FB8C2230}" type="pres">
      <dgm:prSet presAssocID="{E12EC3CA-B9D8-4E27-924E-F1F429893780}" presName="parTrans" presStyleLbl="sibTrans2D1" presStyleIdx="0" presStyleCnt="4"/>
      <dgm:spPr/>
    </dgm:pt>
    <dgm:pt modelId="{15465CCB-2797-4B0C-96AC-DB25426D00AB}" type="pres">
      <dgm:prSet presAssocID="{E12EC3CA-B9D8-4E27-924E-F1F429893780}" presName="connectorText" presStyleLbl="sibTrans2D1" presStyleIdx="0" presStyleCnt="4"/>
      <dgm:spPr/>
    </dgm:pt>
    <dgm:pt modelId="{D10C8AA2-EB77-41FE-8068-4AD9E65D033A}" type="pres">
      <dgm:prSet presAssocID="{B50EC0D2-8F90-4C28-8739-DE28A0065482}" presName="node" presStyleLbl="node1" presStyleIdx="0" presStyleCnt="4" custScaleX="32763" custScaleY="30825" custRadScaleRad="194178" custRadScaleInc="-152893">
        <dgm:presLayoutVars>
          <dgm:bulletEnabled val="1"/>
        </dgm:presLayoutVars>
      </dgm:prSet>
      <dgm:spPr/>
    </dgm:pt>
    <dgm:pt modelId="{BF84FA32-ED37-4EC4-BB65-1FE35CF1ADF9}" type="pres">
      <dgm:prSet presAssocID="{A05C93BF-9732-44CD-92EF-3B5A92EF076D}" presName="parTrans" presStyleLbl="sibTrans2D1" presStyleIdx="1" presStyleCnt="4"/>
      <dgm:spPr/>
    </dgm:pt>
    <dgm:pt modelId="{FE9A24A5-2312-4C63-B019-E12F13FD8C79}" type="pres">
      <dgm:prSet presAssocID="{A05C93BF-9732-44CD-92EF-3B5A92EF076D}" presName="connectorText" presStyleLbl="sibTrans2D1" presStyleIdx="1" presStyleCnt="4"/>
      <dgm:spPr/>
    </dgm:pt>
    <dgm:pt modelId="{23A69B37-F3D5-483D-A026-8F3F4F67DC49}" type="pres">
      <dgm:prSet presAssocID="{AED9C2C8-F240-4087-BF57-8D2BD66C3448}" presName="node" presStyleLbl="node1" presStyleIdx="1" presStyleCnt="4" custScaleX="32763" custScaleY="30825" custRadScaleRad="131058" custRadScaleInc="-75800">
        <dgm:presLayoutVars>
          <dgm:bulletEnabled val="1"/>
        </dgm:presLayoutVars>
      </dgm:prSet>
      <dgm:spPr/>
    </dgm:pt>
    <dgm:pt modelId="{26CBD3E4-690C-4F35-9D8A-B768F6670A9E}" type="pres">
      <dgm:prSet presAssocID="{244E4C4E-4CC2-48F0-8885-046B6B536B88}" presName="parTrans" presStyleLbl="sibTrans2D1" presStyleIdx="2" presStyleCnt="4"/>
      <dgm:spPr/>
    </dgm:pt>
    <dgm:pt modelId="{2ABD95F4-9517-4068-838A-6BC8A613EA2A}" type="pres">
      <dgm:prSet presAssocID="{244E4C4E-4CC2-48F0-8885-046B6B536B88}" presName="connectorText" presStyleLbl="sibTrans2D1" presStyleIdx="2" presStyleCnt="4"/>
      <dgm:spPr/>
    </dgm:pt>
    <dgm:pt modelId="{446529D9-21F4-4B2B-813B-41C9C3B9ECB6}" type="pres">
      <dgm:prSet presAssocID="{28BF2A27-2A56-426C-B483-0F4302360C98}" presName="node" presStyleLbl="node1" presStyleIdx="2" presStyleCnt="4" custScaleX="580039" custScaleY="249333" custRadScaleRad="131812" custRadScaleInc="-79930">
        <dgm:presLayoutVars>
          <dgm:bulletEnabled val="1"/>
        </dgm:presLayoutVars>
      </dgm:prSet>
      <dgm:spPr/>
    </dgm:pt>
    <dgm:pt modelId="{1B7F6A39-E54C-44A9-93C0-29ACE16595B2}" type="pres">
      <dgm:prSet presAssocID="{C9E81EE3-03CD-46B1-9E65-F4BE28AFDE7E}" presName="parTrans" presStyleLbl="sibTrans2D1" presStyleIdx="3" presStyleCnt="4"/>
      <dgm:spPr/>
    </dgm:pt>
    <dgm:pt modelId="{ED03E2CF-1DA8-4314-BB41-01CC32346622}" type="pres">
      <dgm:prSet presAssocID="{C9E81EE3-03CD-46B1-9E65-F4BE28AFDE7E}" presName="connectorText" presStyleLbl="sibTrans2D1" presStyleIdx="3" presStyleCnt="4"/>
      <dgm:spPr/>
    </dgm:pt>
    <dgm:pt modelId="{86D0DC4D-75A7-4437-AEF7-2728B4B8F764}" type="pres">
      <dgm:prSet presAssocID="{B0A7AD35-2931-477D-A141-EE58C1523B01}" presName="node" presStyleLbl="node1" presStyleIdx="3" presStyleCnt="4" custScaleX="534618" custScaleY="255984" custRadScaleRad="166774" custRadScaleInc="-90034">
        <dgm:presLayoutVars>
          <dgm:bulletEnabled val="1"/>
        </dgm:presLayoutVars>
      </dgm:prSet>
      <dgm:spPr/>
    </dgm:pt>
  </dgm:ptLst>
  <dgm:cxnLst>
    <dgm:cxn modelId="{B2F3B113-7457-43B9-8800-290535675463}" type="presOf" srcId="{244E4C4E-4CC2-48F0-8885-046B6B536B88}" destId="{26CBD3E4-690C-4F35-9D8A-B768F6670A9E}" srcOrd="0" destOrd="0" presId="urn:microsoft.com/office/officeart/2005/8/layout/radial5"/>
    <dgm:cxn modelId="{8BDC0817-27C5-4AFA-AC04-44EE8062DEDC}" type="presOf" srcId="{E12EC3CA-B9D8-4E27-924E-F1F429893780}" destId="{390A5350-D243-49B3-87BC-A141FB8C2230}" srcOrd="0" destOrd="0" presId="urn:microsoft.com/office/officeart/2005/8/layout/radial5"/>
    <dgm:cxn modelId="{E60C3F19-9830-4BAA-A4BC-F9CCCAEA4ABF}" type="presOf" srcId="{E12EC3CA-B9D8-4E27-924E-F1F429893780}" destId="{15465CCB-2797-4B0C-96AC-DB25426D00AB}" srcOrd="1" destOrd="0" presId="urn:microsoft.com/office/officeart/2005/8/layout/radial5"/>
    <dgm:cxn modelId="{25104726-E63A-4DA1-B901-8E9F7ED0D8B1}" type="presOf" srcId="{1EF0BA36-AFD9-471F-B057-C451459EF53A}" destId="{2698E565-8A87-4AF1-8F8F-F8F0B5B25CE5}" srcOrd="0" destOrd="0" presId="urn:microsoft.com/office/officeart/2005/8/layout/radial5"/>
    <dgm:cxn modelId="{76EF7236-50A7-4F6E-B529-AC5D84643855}" srcId="{1EF0BA36-AFD9-471F-B057-C451459EF53A}" destId="{B0A7AD35-2931-477D-A141-EE58C1523B01}" srcOrd="3" destOrd="0" parTransId="{C9E81EE3-03CD-46B1-9E65-F4BE28AFDE7E}" sibTransId="{68390969-47F1-4BF6-95DC-3002BA2035CD}"/>
    <dgm:cxn modelId="{01F5323D-9012-45D5-B223-E4C969BE673A}" type="presOf" srcId="{C9E81EE3-03CD-46B1-9E65-F4BE28AFDE7E}" destId="{1B7F6A39-E54C-44A9-93C0-29ACE16595B2}" srcOrd="0" destOrd="0" presId="urn:microsoft.com/office/officeart/2005/8/layout/radial5"/>
    <dgm:cxn modelId="{D4A74E40-1A1A-4C4E-966D-618FC5AF9DD1}" type="presOf" srcId="{C9E81EE3-03CD-46B1-9E65-F4BE28AFDE7E}" destId="{ED03E2CF-1DA8-4314-BB41-01CC32346622}" srcOrd="1" destOrd="0" presId="urn:microsoft.com/office/officeart/2005/8/layout/radial5"/>
    <dgm:cxn modelId="{6A7D8364-DA77-47EA-9935-A5B0DDCCF1AD}" srcId="{F69366E1-3897-44BB-92BC-8C9E7DEE7396}" destId="{1EF0BA36-AFD9-471F-B057-C451459EF53A}" srcOrd="0" destOrd="0" parTransId="{E9A6E182-6E1F-49F2-8C0B-B13E088F212F}" sibTransId="{C43CAF8A-07F6-4539-8B3D-49E1EDD7650C}"/>
    <dgm:cxn modelId="{D0A70248-5394-4D47-AB13-2F3012C054A1}" type="presOf" srcId="{AED9C2C8-F240-4087-BF57-8D2BD66C3448}" destId="{23A69B37-F3D5-483D-A026-8F3F4F67DC49}" srcOrd="0" destOrd="0" presId="urn:microsoft.com/office/officeart/2005/8/layout/radial5"/>
    <dgm:cxn modelId="{38BD6F72-E854-4859-B54A-D4AE1BB77E4C}" type="presOf" srcId="{244E4C4E-4CC2-48F0-8885-046B6B536B88}" destId="{2ABD95F4-9517-4068-838A-6BC8A613EA2A}" srcOrd="1" destOrd="0" presId="urn:microsoft.com/office/officeart/2005/8/layout/radial5"/>
    <dgm:cxn modelId="{DADB7057-82A2-4D85-9E15-BDE29FCD023D}" type="presOf" srcId="{A05C93BF-9732-44CD-92EF-3B5A92EF076D}" destId="{FE9A24A5-2312-4C63-B019-E12F13FD8C79}" srcOrd="1" destOrd="0" presId="urn:microsoft.com/office/officeart/2005/8/layout/radial5"/>
    <dgm:cxn modelId="{6C79D793-48DD-4CC3-A85A-A97DFEDD17FE}" srcId="{1EF0BA36-AFD9-471F-B057-C451459EF53A}" destId="{AED9C2C8-F240-4087-BF57-8D2BD66C3448}" srcOrd="1" destOrd="0" parTransId="{A05C93BF-9732-44CD-92EF-3B5A92EF076D}" sibTransId="{C9380DF3-D372-4013-8F9B-11B77A81327B}"/>
    <dgm:cxn modelId="{B5971B95-9DCF-46AD-863E-B063BE818F61}" type="presOf" srcId="{28BF2A27-2A56-426C-B483-0F4302360C98}" destId="{446529D9-21F4-4B2B-813B-41C9C3B9ECB6}" srcOrd="0" destOrd="0" presId="urn:microsoft.com/office/officeart/2005/8/layout/radial5"/>
    <dgm:cxn modelId="{7D52ED96-BF0F-4A05-B5CA-A79B881A7375}" type="presOf" srcId="{B0A7AD35-2931-477D-A141-EE58C1523B01}" destId="{86D0DC4D-75A7-4437-AEF7-2728B4B8F764}" srcOrd="0" destOrd="0" presId="urn:microsoft.com/office/officeart/2005/8/layout/radial5"/>
    <dgm:cxn modelId="{35B2E6A0-1093-43BE-9355-F11991F98FC4}" type="presOf" srcId="{A05C93BF-9732-44CD-92EF-3B5A92EF076D}" destId="{BF84FA32-ED37-4EC4-BB65-1FE35CF1ADF9}" srcOrd="0" destOrd="0" presId="urn:microsoft.com/office/officeart/2005/8/layout/radial5"/>
    <dgm:cxn modelId="{7D61FAAB-5824-422D-96D6-08D0E44A96FC}" srcId="{1EF0BA36-AFD9-471F-B057-C451459EF53A}" destId="{28BF2A27-2A56-426C-B483-0F4302360C98}" srcOrd="2" destOrd="0" parTransId="{244E4C4E-4CC2-48F0-8885-046B6B536B88}" sibTransId="{2744E267-45E1-4AEA-A733-9C08A9D2D35E}"/>
    <dgm:cxn modelId="{F3CB38AF-5DD7-4D2B-9E1E-1F9529E1CD71}" srcId="{1EF0BA36-AFD9-471F-B057-C451459EF53A}" destId="{B50EC0D2-8F90-4C28-8739-DE28A0065482}" srcOrd="0" destOrd="0" parTransId="{E12EC3CA-B9D8-4E27-924E-F1F429893780}" sibTransId="{EC106AD0-8BE5-4DFD-85A4-FA3856381C32}"/>
    <dgm:cxn modelId="{81946BC0-1C6C-45DF-B5C8-DBF637A08B7A}" type="presOf" srcId="{B50EC0D2-8F90-4C28-8739-DE28A0065482}" destId="{D10C8AA2-EB77-41FE-8068-4AD9E65D033A}" srcOrd="0" destOrd="0" presId="urn:microsoft.com/office/officeart/2005/8/layout/radial5"/>
    <dgm:cxn modelId="{A0D1CEFF-2D3F-4C0E-B60E-9F9373AEA56F}" type="presOf" srcId="{F69366E1-3897-44BB-92BC-8C9E7DEE7396}" destId="{B8913B12-7B4D-452A-94BF-36CE5BFF4381}" srcOrd="0" destOrd="0" presId="urn:microsoft.com/office/officeart/2005/8/layout/radial5"/>
    <dgm:cxn modelId="{B1301889-55D6-4E6F-9717-7720F0B8FD2B}" type="presParOf" srcId="{B8913B12-7B4D-452A-94BF-36CE5BFF4381}" destId="{2698E565-8A87-4AF1-8F8F-F8F0B5B25CE5}" srcOrd="0" destOrd="0" presId="urn:microsoft.com/office/officeart/2005/8/layout/radial5"/>
    <dgm:cxn modelId="{93E9E279-D1AF-4354-974B-E4419F2D9096}" type="presParOf" srcId="{B8913B12-7B4D-452A-94BF-36CE5BFF4381}" destId="{390A5350-D243-49B3-87BC-A141FB8C2230}" srcOrd="1" destOrd="0" presId="urn:microsoft.com/office/officeart/2005/8/layout/radial5"/>
    <dgm:cxn modelId="{3C03A3D4-1131-450B-A36A-47881BFB1E2A}" type="presParOf" srcId="{390A5350-D243-49B3-87BC-A141FB8C2230}" destId="{15465CCB-2797-4B0C-96AC-DB25426D00AB}" srcOrd="0" destOrd="0" presId="urn:microsoft.com/office/officeart/2005/8/layout/radial5"/>
    <dgm:cxn modelId="{DD19A412-09D7-41F7-BA09-C5C7685FB0DD}" type="presParOf" srcId="{B8913B12-7B4D-452A-94BF-36CE5BFF4381}" destId="{D10C8AA2-EB77-41FE-8068-4AD9E65D033A}" srcOrd="2" destOrd="0" presId="urn:microsoft.com/office/officeart/2005/8/layout/radial5"/>
    <dgm:cxn modelId="{0129000F-19C0-491D-81B7-BDA0ACE3620E}" type="presParOf" srcId="{B8913B12-7B4D-452A-94BF-36CE5BFF4381}" destId="{BF84FA32-ED37-4EC4-BB65-1FE35CF1ADF9}" srcOrd="3" destOrd="0" presId="urn:microsoft.com/office/officeart/2005/8/layout/radial5"/>
    <dgm:cxn modelId="{CF3EA20D-285C-442E-89BD-A13BAE5FFA61}" type="presParOf" srcId="{BF84FA32-ED37-4EC4-BB65-1FE35CF1ADF9}" destId="{FE9A24A5-2312-4C63-B019-E12F13FD8C79}" srcOrd="0" destOrd="0" presId="urn:microsoft.com/office/officeart/2005/8/layout/radial5"/>
    <dgm:cxn modelId="{A9E40BAB-6B9E-497B-9264-AC182FA4C387}" type="presParOf" srcId="{B8913B12-7B4D-452A-94BF-36CE5BFF4381}" destId="{23A69B37-F3D5-483D-A026-8F3F4F67DC49}" srcOrd="4" destOrd="0" presId="urn:microsoft.com/office/officeart/2005/8/layout/radial5"/>
    <dgm:cxn modelId="{FFE49B87-A384-4D4F-AEFD-095ED588DFB0}" type="presParOf" srcId="{B8913B12-7B4D-452A-94BF-36CE5BFF4381}" destId="{26CBD3E4-690C-4F35-9D8A-B768F6670A9E}" srcOrd="5" destOrd="0" presId="urn:microsoft.com/office/officeart/2005/8/layout/radial5"/>
    <dgm:cxn modelId="{CEDDDCC1-CC60-48C3-A3BF-643A0A4744C3}" type="presParOf" srcId="{26CBD3E4-690C-4F35-9D8A-B768F6670A9E}" destId="{2ABD95F4-9517-4068-838A-6BC8A613EA2A}" srcOrd="0" destOrd="0" presId="urn:microsoft.com/office/officeart/2005/8/layout/radial5"/>
    <dgm:cxn modelId="{50FA0BF8-A403-4C37-91E8-0F06B91EDF09}" type="presParOf" srcId="{B8913B12-7B4D-452A-94BF-36CE5BFF4381}" destId="{446529D9-21F4-4B2B-813B-41C9C3B9ECB6}" srcOrd="6" destOrd="0" presId="urn:microsoft.com/office/officeart/2005/8/layout/radial5"/>
    <dgm:cxn modelId="{100FD719-776A-4A2F-845E-76CFE7BB55FF}" type="presParOf" srcId="{B8913B12-7B4D-452A-94BF-36CE5BFF4381}" destId="{1B7F6A39-E54C-44A9-93C0-29ACE16595B2}" srcOrd="7" destOrd="0" presId="urn:microsoft.com/office/officeart/2005/8/layout/radial5"/>
    <dgm:cxn modelId="{EEA7F37C-DFAD-4F2C-8DD0-D63E275FF87B}" type="presParOf" srcId="{1B7F6A39-E54C-44A9-93C0-29ACE16595B2}" destId="{ED03E2CF-1DA8-4314-BB41-01CC32346622}" srcOrd="0" destOrd="0" presId="urn:microsoft.com/office/officeart/2005/8/layout/radial5"/>
    <dgm:cxn modelId="{7B62BFF4-7CEE-40FD-982E-B0A394A7AEAA}" type="presParOf" srcId="{B8913B12-7B4D-452A-94BF-36CE5BFF4381}" destId="{86D0DC4D-75A7-4437-AEF7-2728B4B8F764}"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dgm:t>
        <a:bodyPr lIns="0" tIns="0" rIns="0" bIns="0"/>
        <a:lstStyle/>
        <a:p>
          <a:r>
            <a:rPr lang="en-US" sz="1400" dirty="0"/>
            <a:t>Classification</a:t>
          </a:r>
        </a:p>
      </dgm:t>
    </dgm:pt>
    <dgm:pt modelId="{196894A0-6ED9-418F-9D80-8BDC3024E295}" type="parTrans" cxnId="{34C1E64F-0B7C-4C30-81A1-DAA3CC4372C3}">
      <dgm:prSet/>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dgm:t>
        <a:bodyPr lIns="0" tIns="0" rIns="0" bIns="0"/>
        <a:lstStyle/>
        <a:p>
          <a:r>
            <a:rPr lang="en-US" sz="1400" dirty="0"/>
            <a:t>Regression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B705040C-21CF-4185-938D-B926C997264F}" type="presOf" srcId="{D3D41388-37FB-4C00-AA3A-ABD17EBAF15F}" destId="{AB2BAFAF-6E44-408A-98EC-5B9CB1218E0F}" srcOrd="0" destOrd="0" presId="urn:microsoft.com/office/officeart/2005/8/layout/radial5"/>
    <dgm:cxn modelId="{76610D0D-BD88-4CC0-9328-2CB193075299}" type="presOf" srcId="{C5C953AA-C167-434E-81D8-4FFA93E529E6}" destId="{3FB79A28-1CEF-41B3-977D-DDC30B2DEF60}" srcOrd="0" destOrd="0" presId="urn:microsoft.com/office/officeart/2005/8/layout/radial5"/>
    <dgm:cxn modelId="{5571806F-98A1-46F8-8736-1445DBF58A94}" type="presOf" srcId="{196894A0-6ED9-418F-9D80-8BDC3024E295}" destId="{27254308-1F51-46C5-A564-103EDAC9274F}" srcOrd="1"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73422475-49C8-48F2-8ABC-139C55D4BDA3}" type="presOf" srcId="{196894A0-6ED9-418F-9D80-8BDC3024E295}" destId="{7245A132-5DFB-4116-8442-5AC24D7C6B23}" srcOrd="0" destOrd="0" presId="urn:microsoft.com/office/officeart/2005/8/layout/radial5"/>
    <dgm:cxn modelId="{B585F378-1CC8-417A-BFC3-8D217A95DE01}" type="presOf" srcId="{C5C953AA-C167-434E-81D8-4FFA93E529E6}" destId="{E64D4CA0-D6E2-43C2-938F-CD61FFA3DF9E}" srcOrd="1"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1B289C83-3182-4199-9F8F-53A27FC2453B}" srcId="{F99ABC0E-3000-4010-8FB5-885841074648}" destId="{92C3FD97-8F40-48D0-BA19-1576532C4283}" srcOrd="0" destOrd="0" parTransId="{A70219FE-C86B-49B1-A285-44D3289EA039}" sibTransId="{E94643E5-E0AC-4DC2-92A2-6A5F0427B9E6}"/>
    <dgm:cxn modelId="{A9D7B292-F6F2-4594-BAF8-478F45481D02}" type="presOf" srcId="{92C3FD97-8F40-48D0-BA19-1576532C4283}" destId="{9204CA6C-7B96-4237-9523-A1E783632F36}" srcOrd="0" destOrd="0" presId="urn:microsoft.com/office/officeart/2005/8/layout/radial5"/>
    <dgm:cxn modelId="{263288B4-42AB-4EEB-9DD7-71F0901DDBA2}" type="presOf" srcId="{F99ABC0E-3000-4010-8FB5-885841074648}" destId="{FD831607-ED38-49FD-8F53-9913534C7E30}" srcOrd="0" destOrd="0" presId="urn:microsoft.com/office/officeart/2005/8/layout/radial5"/>
    <dgm:cxn modelId="{347DA2CA-039D-4E32-8F67-F4BB3DC556EB}" type="presOf" srcId="{850706A2-C1FF-446B-8343-7755A3AE5861}" destId="{6D8CF351-8074-4D1F-BEAB-5FE945A17F5E}" srcOrd="0" destOrd="0" presId="urn:microsoft.com/office/officeart/2005/8/layout/radial5"/>
    <dgm:cxn modelId="{D4E81620-B935-456D-860D-EB81A33A984E}" type="presParOf" srcId="{FD831607-ED38-49FD-8F53-9913534C7E30}" destId="{9204CA6C-7B96-4237-9523-A1E783632F36}" srcOrd="0" destOrd="0" presId="urn:microsoft.com/office/officeart/2005/8/layout/radial5"/>
    <dgm:cxn modelId="{FC2A4B6D-4C2F-4D38-BF6C-76D36109D0F9}" type="presParOf" srcId="{FD831607-ED38-49FD-8F53-9913534C7E30}" destId="{7245A132-5DFB-4116-8442-5AC24D7C6B23}" srcOrd="1" destOrd="0" presId="urn:microsoft.com/office/officeart/2005/8/layout/radial5"/>
    <dgm:cxn modelId="{5B8F4E43-2948-459D-9ECA-20CC8A84B91C}" type="presParOf" srcId="{7245A132-5DFB-4116-8442-5AC24D7C6B23}" destId="{27254308-1F51-46C5-A564-103EDAC9274F}" srcOrd="0" destOrd="0" presId="urn:microsoft.com/office/officeart/2005/8/layout/radial5"/>
    <dgm:cxn modelId="{530739FC-64DF-4111-B442-B42394CB1FF6}" type="presParOf" srcId="{FD831607-ED38-49FD-8F53-9913534C7E30}" destId="{AB2BAFAF-6E44-408A-98EC-5B9CB1218E0F}" srcOrd="2" destOrd="0" presId="urn:microsoft.com/office/officeart/2005/8/layout/radial5"/>
    <dgm:cxn modelId="{F09280E6-A568-482C-B195-AE22EA96E4B0}" type="presParOf" srcId="{FD831607-ED38-49FD-8F53-9913534C7E30}" destId="{3FB79A28-1CEF-41B3-977D-DDC30B2DEF60}" srcOrd="3" destOrd="0" presId="urn:microsoft.com/office/officeart/2005/8/layout/radial5"/>
    <dgm:cxn modelId="{44DF439B-C125-4EC7-8DFC-9EFE53707C94}" type="presParOf" srcId="{3FB79A28-1CEF-41B3-977D-DDC30B2DEF60}" destId="{E64D4CA0-D6E2-43C2-938F-CD61FFA3DF9E}" srcOrd="0" destOrd="0" presId="urn:microsoft.com/office/officeart/2005/8/layout/radial5"/>
    <dgm:cxn modelId="{D57561B2-49A8-4523-A967-421F719FDB6E}"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rgbClr val="1BB8B0"/>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rgbClr val="92D050"/>
        </a:solidFill>
      </dgm:spPr>
      <dgm:t>
        <a:bodyPr/>
        <a:lstStyle/>
        <a:p>
          <a:r>
            <a:rPr lang="en-US" sz="1400" dirty="0"/>
            <a:t>Clustering</a:t>
          </a:r>
          <a:endParaRPr lang="en-US" sz="1000" dirty="0"/>
        </a:p>
      </dgm:t>
    </dgm:pt>
    <dgm:pt modelId="{196894A0-6ED9-418F-9D80-8BDC3024E295}" type="parTrans" cxnId="{34C1E64F-0B7C-4C30-81A1-DAA3CC4372C3}">
      <dgm:prSet/>
      <dgm:spPr>
        <a:solidFill>
          <a:srgbClr val="92D050"/>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dgm:t>
        <a:bodyPr/>
        <a:lstStyle/>
        <a:p>
          <a:r>
            <a:rPr lang="en-US" dirty="0"/>
            <a:t>Dimensionality Reduction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dgm:t>
        <a:bodyPr/>
        <a:lstStyle/>
        <a:p>
          <a:r>
            <a:rPr lang="en-US" dirty="0"/>
            <a:t>Association Rules</a:t>
          </a:r>
        </a:p>
      </dgm:t>
    </dgm:pt>
    <dgm:pt modelId="{E8021B93-AA97-4678-9EB1-2DB12C5AD4E3}" type="parTrans" cxnId="{015C41D4-2D56-487E-8928-84E56F5336C7}">
      <dgm:prSet/>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2154" custLinFactNeighborY="-44191"/>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52792" custRadScaleInc="62362">
        <dgm:presLayoutVars>
          <dgm:bulletEnabled val="1"/>
        </dgm:presLayoutVars>
      </dgm:prSet>
      <dgm:spPr/>
    </dgm:pt>
    <dgm:pt modelId="{3FB79A28-1CEF-41B3-977D-DDC30B2DEF60}" type="pres">
      <dgm:prSet presAssocID="{C5C953AA-C167-434E-81D8-4FFA93E529E6}" presName="parTrans" presStyleLbl="sibTrans2D1" presStyleIdx="1" presStyleCnt="3"/>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77653" custRadScaleInc="-63528">
        <dgm:presLayoutVars>
          <dgm:bulletEnabled val="1"/>
        </dgm:presLayoutVars>
      </dgm:prSet>
      <dgm:spPr/>
    </dgm:pt>
    <dgm:pt modelId="{08CE5EAF-7FBB-4A20-B85D-DCDD82F8F2FC}" type="pres">
      <dgm:prSet presAssocID="{E8021B93-AA97-4678-9EB1-2DB12C5AD4E3}" presName="parTrans" presStyleLbl="sibTrans2D1" presStyleIdx="2" presStyleCnt="3"/>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31044" custRadScaleInc="-20792">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16"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rgbClr val="1BB8B0"/>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rgbClr val="92D050"/>
        </a:solidFill>
      </dgm:spPr>
      <dgm:t>
        <a:bodyPr/>
        <a:lstStyle/>
        <a:p>
          <a:r>
            <a:rPr lang="en-US" sz="1400" dirty="0"/>
            <a:t>Clustering</a:t>
          </a:r>
          <a:endParaRPr lang="en-US" sz="1000" dirty="0"/>
        </a:p>
      </dgm:t>
    </dgm:pt>
    <dgm:pt modelId="{196894A0-6ED9-418F-9D80-8BDC3024E295}" type="parTrans" cxnId="{34C1E64F-0B7C-4C30-81A1-DAA3CC4372C3}">
      <dgm:prSet/>
      <dgm:spPr>
        <a:solidFill>
          <a:srgbClr val="92D050"/>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dgm:t>
        <a:bodyPr/>
        <a:lstStyle/>
        <a:p>
          <a:r>
            <a:rPr lang="en-US" dirty="0"/>
            <a:t>Dimensionality Reduction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dgm:t>
        <a:bodyPr/>
        <a:lstStyle/>
        <a:p>
          <a:r>
            <a:rPr lang="en-US" dirty="0"/>
            <a:t>Association Rules</a:t>
          </a:r>
        </a:p>
      </dgm:t>
    </dgm:pt>
    <dgm:pt modelId="{E8021B93-AA97-4678-9EB1-2DB12C5AD4E3}" type="parTrans" cxnId="{015C41D4-2D56-487E-8928-84E56F5336C7}">
      <dgm:prSet/>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3073" custLinFactNeighborY="-49647"/>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52792" custRadScaleInc="62362">
        <dgm:presLayoutVars>
          <dgm:bulletEnabled val="1"/>
        </dgm:presLayoutVars>
      </dgm:prSet>
      <dgm:spPr/>
    </dgm:pt>
    <dgm:pt modelId="{3FB79A28-1CEF-41B3-977D-DDC30B2DEF60}" type="pres">
      <dgm:prSet presAssocID="{C5C953AA-C167-434E-81D8-4FFA93E529E6}" presName="parTrans" presStyleLbl="sibTrans2D1" presStyleIdx="1" presStyleCnt="3"/>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63914" custRadScaleInc="-95087">
        <dgm:presLayoutVars>
          <dgm:bulletEnabled val="1"/>
        </dgm:presLayoutVars>
      </dgm:prSet>
      <dgm:spPr/>
    </dgm:pt>
    <dgm:pt modelId="{08CE5EAF-7FBB-4A20-B85D-DCDD82F8F2FC}" type="pres">
      <dgm:prSet presAssocID="{E8021B93-AA97-4678-9EB1-2DB12C5AD4E3}" presName="parTrans" presStyleLbl="sibTrans2D1" presStyleIdx="2" presStyleCnt="3" custLinFactNeighborX="-23834" custLinFactNeighborY="20683"/>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62291" custRadScaleInc="-153273">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chemeClr val="accent1">
            <a:lumMod val="20000"/>
            <a:lumOff val="80000"/>
          </a:schemeClr>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rgbClr val="92D050"/>
        </a:solidFill>
      </dgm:spPr>
      <dgm:t>
        <a:bodyPr/>
        <a:lstStyle/>
        <a:p>
          <a:r>
            <a:rPr lang="en-US" sz="1400" dirty="0"/>
            <a:t>Clustering</a:t>
          </a:r>
          <a:endParaRPr lang="en-US" sz="1000" dirty="0"/>
        </a:p>
      </dgm:t>
    </dgm:pt>
    <dgm:pt modelId="{196894A0-6ED9-418F-9D80-8BDC3024E295}" type="parTrans" cxnId="{34C1E64F-0B7C-4C30-81A1-DAA3CC4372C3}">
      <dgm:prSet/>
      <dgm:spPr>
        <a:solidFill>
          <a:srgbClr val="92D050"/>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a:solidFill>
          <a:schemeClr val="accent1">
            <a:lumMod val="20000"/>
            <a:lumOff val="80000"/>
          </a:schemeClr>
        </a:solidFill>
      </dgm:spPr>
      <dgm:t>
        <a:bodyPr/>
        <a:lstStyle/>
        <a:p>
          <a:r>
            <a:rPr lang="en-US" dirty="0"/>
            <a:t>Dimensionality Reduction</a:t>
          </a:r>
        </a:p>
      </dgm:t>
    </dgm:pt>
    <dgm:pt modelId="{C5C953AA-C167-434E-81D8-4FFA93E529E6}" type="parTrans" cxnId="{B770617C-9472-4029-A660-186764C81120}">
      <dgm:prSet/>
      <dgm:spPr>
        <a:solidFill>
          <a:schemeClr val="accent1">
            <a:lumMod val="20000"/>
            <a:lumOff val="80000"/>
          </a:schemeClr>
        </a:solidFill>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a:solidFill>
          <a:schemeClr val="accent1">
            <a:lumMod val="20000"/>
            <a:lumOff val="80000"/>
          </a:schemeClr>
        </a:solidFill>
      </dgm:spPr>
      <dgm:t>
        <a:bodyPr/>
        <a:lstStyle/>
        <a:p>
          <a:r>
            <a:rPr lang="en-US" dirty="0"/>
            <a:t>Association Rules</a:t>
          </a:r>
        </a:p>
      </dgm:t>
    </dgm:pt>
    <dgm:pt modelId="{E8021B93-AA97-4678-9EB1-2DB12C5AD4E3}" type="parTrans" cxnId="{015C41D4-2D56-487E-8928-84E56F5336C7}">
      <dgm:prSet/>
      <dgm:spPr>
        <a:solidFill>
          <a:schemeClr val="accent1">
            <a:lumMod val="20000"/>
            <a:lumOff val="80000"/>
          </a:schemeClr>
        </a:solidFill>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3073" custLinFactNeighborY="-49647"/>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52792" custRadScaleInc="62362">
        <dgm:presLayoutVars>
          <dgm:bulletEnabled val="1"/>
        </dgm:presLayoutVars>
      </dgm:prSet>
      <dgm:spPr/>
    </dgm:pt>
    <dgm:pt modelId="{3FB79A28-1CEF-41B3-977D-DDC30B2DEF60}" type="pres">
      <dgm:prSet presAssocID="{C5C953AA-C167-434E-81D8-4FFA93E529E6}" presName="parTrans" presStyleLbl="sibTrans2D1" presStyleIdx="1" presStyleCnt="3" custLinFactNeighborX="-5263" custLinFactNeighborY="21"/>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63914" custRadScaleInc="-95087">
        <dgm:presLayoutVars>
          <dgm:bulletEnabled val="1"/>
        </dgm:presLayoutVars>
      </dgm:prSet>
      <dgm:spPr/>
    </dgm:pt>
    <dgm:pt modelId="{08CE5EAF-7FBB-4A20-B85D-DCDD82F8F2FC}" type="pres">
      <dgm:prSet presAssocID="{E8021B93-AA97-4678-9EB1-2DB12C5AD4E3}" presName="parTrans" presStyleLbl="sibTrans2D1" presStyleIdx="2" presStyleCnt="3" custLinFactNeighborX="-25886" custLinFactNeighborY="21485"/>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62291" custRadScaleInc="-153273">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rgbClr val="1BB8B0"/>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rgbClr val="92D050"/>
        </a:solidFill>
      </dgm:spPr>
      <dgm:t>
        <a:bodyPr/>
        <a:lstStyle/>
        <a:p>
          <a:r>
            <a:rPr lang="en-US" sz="1400" dirty="0"/>
            <a:t>Clustering</a:t>
          </a:r>
          <a:endParaRPr lang="en-US" sz="1000" dirty="0"/>
        </a:p>
      </dgm:t>
    </dgm:pt>
    <dgm:pt modelId="{196894A0-6ED9-418F-9D80-8BDC3024E295}" type="parTrans" cxnId="{34C1E64F-0B7C-4C30-81A1-DAA3CC4372C3}">
      <dgm:prSet/>
      <dgm:spPr>
        <a:solidFill>
          <a:srgbClr val="92D050"/>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dgm:t>
        <a:bodyPr/>
        <a:lstStyle/>
        <a:p>
          <a:r>
            <a:rPr lang="en-US" dirty="0"/>
            <a:t>Dimensionality Reduction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dgm:t>
        <a:bodyPr/>
        <a:lstStyle/>
        <a:p>
          <a:r>
            <a:rPr lang="en-US" dirty="0"/>
            <a:t>Association Rules</a:t>
          </a:r>
        </a:p>
      </dgm:t>
    </dgm:pt>
    <dgm:pt modelId="{E8021B93-AA97-4678-9EB1-2DB12C5AD4E3}" type="parTrans" cxnId="{015C41D4-2D56-487E-8928-84E56F5336C7}">
      <dgm:prSet/>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3073" custLinFactNeighborY="-49647"/>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52792" custRadScaleInc="62362">
        <dgm:presLayoutVars>
          <dgm:bulletEnabled val="1"/>
        </dgm:presLayoutVars>
      </dgm:prSet>
      <dgm:spPr/>
    </dgm:pt>
    <dgm:pt modelId="{3FB79A28-1CEF-41B3-977D-DDC30B2DEF60}" type="pres">
      <dgm:prSet presAssocID="{C5C953AA-C167-434E-81D8-4FFA93E529E6}" presName="parTrans" presStyleLbl="sibTrans2D1" presStyleIdx="1" presStyleCnt="3"/>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63914" custRadScaleInc="-95087">
        <dgm:presLayoutVars>
          <dgm:bulletEnabled val="1"/>
        </dgm:presLayoutVars>
      </dgm:prSet>
      <dgm:spPr/>
    </dgm:pt>
    <dgm:pt modelId="{08CE5EAF-7FBB-4A20-B85D-DCDD82F8F2FC}" type="pres">
      <dgm:prSet presAssocID="{E8021B93-AA97-4678-9EB1-2DB12C5AD4E3}" presName="parTrans" presStyleLbl="sibTrans2D1" presStyleIdx="2" presStyleCnt="3" custLinFactNeighborX="-23834" custLinFactNeighborY="20683"/>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62291" custRadScaleInc="-153273">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13.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chemeClr val="accent1">
            <a:lumMod val="20000"/>
            <a:lumOff val="80000"/>
          </a:schemeClr>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chemeClr val="accent1">
            <a:lumMod val="20000"/>
            <a:lumOff val="80000"/>
          </a:schemeClr>
        </a:solidFill>
      </dgm:spPr>
      <dgm:t>
        <a:bodyPr/>
        <a:lstStyle/>
        <a:p>
          <a:r>
            <a:rPr lang="en-US" sz="1400" dirty="0"/>
            <a:t>Clustering</a:t>
          </a:r>
          <a:endParaRPr lang="en-US" sz="1000" dirty="0"/>
        </a:p>
      </dgm:t>
    </dgm:pt>
    <dgm:pt modelId="{196894A0-6ED9-418F-9D80-8BDC3024E295}" type="parTrans" cxnId="{34C1E64F-0B7C-4C30-81A1-DAA3CC4372C3}">
      <dgm:prSet/>
      <dgm:spPr>
        <a:solidFill>
          <a:schemeClr val="accent1">
            <a:lumMod val="20000"/>
            <a:lumOff val="80000"/>
          </a:schemeClr>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a:solidFill>
          <a:srgbClr val="1FBB16"/>
        </a:solidFill>
      </dgm:spPr>
      <dgm:t>
        <a:bodyPr/>
        <a:lstStyle/>
        <a:p>
          <a:r>
            <a:rPr lang="en-US" dirty="0"/>
            <a:t>Dimensionality Reduction</a:t>
          </a:r>
        </a:p>
      </dgm:t>
    </dgm:pt>
    <dgm:pt modelId="{C5C953AA-C167-434E-81D8-4FFA93E529E6}" type="parTrans" cxnId="{B770617C-9472-4029-A660-186764C81120}">
      <dgm:prSet/>
      <dgm:spPr>
        <a:solidFill>
          <a:schemeClr val="accent1">
            <a:lumMod val="20000"/>
            <a:lumOff val="80000"/>
          </a:schemeClr>
        </a:solidFill>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a:solidFill>
          <a:schemeClr val="accent1">
            <a:lumMod val="20000"/>
            <a:lumOff val="80000"/>
          </a:schemeClr>
        </a:solidFill>
      </dgm:spPr>
      <dgm:t>
        <a:bodyPr/>
        <a:lstStyle/>
        <a:p>
          <a:r>
            <a:rPr lang="en-US" dirty="0"/>
            <a:t>Association Rules</a:t>
          </a:r>
        </a:p>
      </dgm:t>
    </dgm:pt>
    <dgm:pt modelId="{E8021B93-AA97-4678-9EB1-2DB12C5AD4E3}" type="parTrans" cxnId="{015C41D4-2D56-487E-8928-84E56F5336C7}">
      <dgm:prSet/>
      <dgm:spPr>
        <a:solidFill>
          <a:schemeClr val="accent1">
            <a:lumMod val="20000"/>
            <a:lumOff val="80000"/>
          </a:schemeClr>
        </a:solidFill>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3073" custLinFactNeighborY="-49647"/>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48251" custRadScaleInc="59031">
        <dgm:presLayoutVars>
          <dgm:bulletEnabled val="1"/>
        </dgm:presLayoutVars>
      </dgm:prSet>
      <dgm:spPr/>
    </dgm:pt>
    <dgm:pt modelId="{3FB79A28-1CEF-41B3-977D-DDC30B2DEF60}" type="pres">
      <dgm:prSet presAssocID="{C5C953AA-C167-434E-81D8-4FFA93E529E6}" presName="parTrans" presStyleLbl="sibTrans2D1" presStyleIdx="1" presStyleCnt="3" custLinFactNeighborX="-5263" custLinFactNeighborY="21"/>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63914" custRadScaleInc="-95087">
        <dgm:presLayoutVars>
          <dgm:bulletEnabled val="1"/>
        </dgm:presLayoutVars>
      </dgm:prSet>
      <dgm:spPr/>
    </dgm:pt>
    <dgm:pt modelId="{08CE5EAF-7FBB-4A20-B85D-DCDD82F8F2FC}" type="pres">
      <dgm:prSet presAssocID="{E8021B93-AA97-4678-9EB1-2DB12C5AD4E3}" presName="parTrans" presStyleLbl="sibTrans2D1" presStyleIdx="2" presStyleCnt="3" custLinFactNeighborX="-25886" custLinFactNeighborY="21485"/>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62291" custRadScaleInc="-153273">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13"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rgbClr val="1BB8B0"/>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rgbClr val="92D050"/>
        </a:solidFill>
      </dgm:spPr>
      <dgm:t>
        <a:bodyPr/>
        <a:lstStyle/>
        <a:p>
          <a:r>
            <a:rPr lang="en-US" sz="1400" dirty="0"/>
            <a:t>Clustering</a:t>
          </a:r>
          <a:endParaRPr lang="en-US" sz="1000" dirty="0"/>
        </a:p>
      </dgm:t>
    </dgm:pt>
    <dgm:pt modelId="{196894A0-6ED9-418F-9D80-8BDC3024E295}" type="parTrans" cxnId="{34C1E64F-0B7C-4C30-81A1-DAA3CC4372C3}">
      <dgm:prSet/>
      <dgm:spPr>
        <a:solidFill>
          <a:srgbClr val="92D050"/>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dgm:t>
        <a:bodyPr/>
        <a:lstStyle/>
        <a:p>
          <a:r>
            <a:rPr lang="en-US" dirty="0"/>
            <a:t>Dimensionality Reduction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dgm:t>
        <a:bodyPr/>
        <a:lstStyle/>
        <a:p>
          <a:r>
            <a:rPr lang="en-US" dirty="0"/>
            <a:t>Association Rules</a:t>
          </a:r>
        </a:p>
      </dgm:t>
    </dgm:pt>
    <dgm:pt modelId="{E8021B93-AA97-4678-9EB1-2DB12C5AD4E3}" type="parTrans" cxnId="{015C41D4-2D56-487E-8928-84E56F5336C7}">
      <dgm:prSet/>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3073" custLinFactNeighborY="-49647"/>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52792" custRadScaleInc="62362">
        <dgm:presLayoutVars>
          <dgm:bulletEnabled val="1"/>
        </dgm:presLayoutVars>
      </dgm:prSet>
      <dgm:spPr/>
    </dgm:pt>
    <dgm:pt modelId="{3FB79A28-1CEF-41B3-977D-DDC30B2DEF60}" type="pres">
      <dgm:prSet presAssocID="{C5C953AA-C167-434E-81D8-4FFA93E529E6}" presName="parTrans" presStyleLbl="sibTrans2D1" presStyleIdx="1" presStyleCnt="3"/>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63914" custRadScaleInc="-95087">
        <dgm:presLayoutVars>
          <dgm:bulletEnabled val="1"/>
        </dgm:presLayoutVars>
      </dgm:prSet>
      <dgm:spPr/>
    </dgm:pt>
    <dgm:pt modelId="{08CE5EAF-7FBB-4A20-B85D-DCDD82F8F2FC}" type="pres">
      <dgm:prSet presAssocID="{E8021B93-AA97-4678-9EB1-2DB12C5AD4E3}" presName="parTrans" presStyleLbl="sibTrans2D1" presStyleIdx="2" presStyleCnt="3" custLinFactNeighborX="-23834" custLinFactNeighborY="20683"/>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62291" custRadScaleInc="-153273">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chemeClr val="accent1">
            <a:lumMod val="20000"/>
            <a:lumOff val="80000"/>
          </a:schemeClr>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chemeClr val="accent1">
            <a:lumMod val="20000"/>
            <a:lumOff val="80000"/>
          </a:schemeClr>
        </a:solidFill>
      </dgm:spPr>
      <dgm:t>
        <a:bodyPr/>
        <a:lstStyle/>
        <a:p>
          <a:r>
            <a:rPr lang="en-US" sz="1400" dirty="0"/>
            <a:t>Clustering</a:t>
          </a:r>
          <a:endParaRPr lang="en-US" sz="1000" dirty="0"/>
        </a:p>
      </dgm:t>
    </dgm:pt>
    <dgm:pt modelId="{196894A0-6ED9-418F-9D80-8BDC3024E295}" type="parTrans" cxnId="{34C1E64F-0B7C-4C30-81A1-DAA3CC4372C3}">
      <dgm:prSet/>
      <dgm:spPr>
        <a:solidFill>
          <a:schemeClr val="accent1">
            <a:lumMod val="20000"/>
            <a:lumOff val="80000"/>
          </a:schemeClr>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a:solidFill>
          <a:schemeClr val="accent1">
            <a:lumMod val="20000"/>
            <a:lumOff val="80000"/>
          </a:schemeClr>
        </a:solidFill>
      </dgm:spPr>
      <dgm:t>
        <a:bodyPr/>
        <a:lstStyle/>
        <a:p>
          <a:r>
            <a:rPr lang="en-US" dirty="0"/>
            <a:t>Dimensionality Reduction</a:t>
          </a:r>
        </a:p>
      </dgm:t>
    </dgm:pt>
    <dgm:pt modelId="{C5C953AA-C167-434E-81D8-4FFA93E529E6}" type="parTrans" cxnId="{B770617C-9472-4029-A660-186764C81120}">
      <dgm:prSet/>
      <dgm:spPr>
        <a:solidFill>
          <a:schemeClr val="accent1">
            <a:lumMod val="20000"/>
            <a:lumOff val="80000"/>
          </a:schemeClr>
        </a:solidFill>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a:solidFill>
          <a:srgbClr val="029676"/>
        </a:solidFill>
      </dgm:spPr>
      <dgm:t>
        <a:bodyPr/>
        <a:lstStyle/>
        <a:p>
          <a:r>
            <a:rPr lang="en-US" dirty="0"/>
            <a:t>Association Rules</a:t>
          </a:r>
        </a:p>
      </dgm:t>
    </dgm:pt>
    <dgm:pt modelId="{E8021B93-AA97-4678-9EB1-2DB12C5AD4E3}" type="parTrans" cxnId="{015C41D4-2D56-487E-8928-84E56F5336C7}">
      <dgm:prSet/>
      <dgm:spPr>
        <a:solidFill>
          <a:schemeClr val="accent1">
            <a:lumMod val="20000"/>
            <a:lumOff val="80000"/>
          </a:schemeClr>
        </a:solidFill>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3073" custLinFactNeighborY="-49647"/>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48251" custRadScaleInc="59031">
        <dgm:presLayoutVars>
          <dgm:bulletEnabled val="1"/>
        </dgm:presLayoutVars>
      </dgm:prSet>
      <dgm:spPr/>
    </dgm:pt>
    <dgm:pt modelId="{3FB79A28-1CEF-41B3-977D-DDC30B2DEF60}" type="pres">
      <dgm:prSet presAssocID="{C5C953AA-C167-434E-81D8-4FFA93E529E6}" presName="parTrans" presStyleLbl="sibTrans2D1" presStyleIdx="1" presStyleCnt="3" custLinFactNeighborX="-5263" custLinFactNeighborY="21"/>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63914" custRadScaleInc="-95087">
        <dgm:presLayoutVars>
          <dgm:bulletEnabled val="1"/>
        </dgm:presLayoutVars>
      </dgm:prSet>
      <dgm:spPr/>
    </dgm:pt>
    <dgm:pt modelId="{08CE5EAF-7FBB-4A20-B85D-DCDD82F8F2FC}" type="pres">
      <dgm:prSet presAssocID="{E8021B93-AA97-4678-9EB1-2DB12C5AD4E3}" presName="parTrans" presStyleLbl="sibTrans2D1" presStyleIdx="2" presStyleCnt="3" custLinFactNeighborX="-25886" custLinFactNeighborY="21485"/>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62291" custRadScaleInc="-153273">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16.xml><?xml version="1.0" encoding="utf-8"?>
<dgm:dataModel xmlns:dgm="http://schemas.openxmlformats.org/drawingml/2006/diagram" xmlns:a="http://schemas.openxmlformats.org/drawingml/2006/main">
  <dgm:ptLst>
    <dgm:pt modelId="{F69366E1-3897-44BB-92BC-8C9E7DEE7396}" type="doc">
      <dgm:prSet loTypeId="urn:microsoft.com/office/officeart/2005/8/layout/radial5" loCatId="cycle" qsTypeId="urn:microsoft.com/office/officeart/2005/8/quickstyle/simple1" qsCatId="simple" csTypeId="urn:microsoft.com/office/officeart/2005/8/colors/colorful4" csCatId="colorful" phldr="1"/>
      <dgm:spPr/>
      <dgm:t>
        <a:bodyPr/>
        <a:lstStyle/>
        <a:p>
          <a:endParaRPr lang="en-US"/>
        </a:p>
      </dgm:t>
    </dgm:pt>
    <dgm:pt modelId="{1EF0BA36-AFD9-471F-B057-C451459EF53A}">
      <dgm:prSet phldrT="[Text]"/>
      <dgm:spPr/>
      <dgm:t>
        <a:bodyPr/>
        <a:lstStyle/>
        <a:p>
          <a:r>
            <a:rPr lang="en-US" dirty="0"/>
            <a:t>Machine Learning</a:t>
          </a:r>
        </a:p>
      </dgm:t>
    </dgm:pt>
    <dgm:pt modelId="{E9A6E182-6E1F-49F2-8C0B-B13E088F212F}" type="parTrans" cxnId="{6A7D8364-DA77-47EA-9935-A5B0DDCCF1AD}">
      <dgm:prSet/>
      <dgm:spPr/>
      <dgm:t>
        <a:bodyPr/>
        <a:lstStyle/>
        <a:p>
          <a:endParaRPr lang="en-US"/>
        </a:p>
      </dgm:t>
    </dgm:pt>
    <dgm:pt modelId="{C43CAF8A-07F6-4539-8B3D-49E1EDD7650C}" type="sibTrans" cxnId="{6A7D8364-DA77-47EA-9935-A5B0DDCCF1AD}">
      <dgm:prSet/>
      <dgm:spPr/>
      <dgm:t>
        <a:bodyPr/>
        <a:lstStyle/>
        <a:p>
          <a:endParaRPr lang="en-US"/>
        </a:p>
      </dgm:t>
    </dgm:pt>
    <dgm:pt modelId="{AED9C2C8-F240-4087-BF57-8D2BD66C3448}">
      <dgm:prSet phldrT="[Text]" custT="1"/>
      <dgm:spPr/>
      <dgm:t>
        <a:bodyPr/>
        <a:lstStyle/>
        <a:p>
          <a:r>
            <a:rPr lang="en-US" sz="1400" dirty="0"/>
            <a:t> </a:t>
          </a:r>
        </a:p>
      </dgm:t>
    </dgm:pt>
    <dgm:pt modelId="{A05C93BF-9732-44CD-92EF-3B5A92EF076D}" type="parTrans" cxnId="{6C79D793-48DD-4CC3-A85A-A97DFEDD17FE}">
      <dgm:prSet/>
      <dgm:spPr/>
      <dgm:t>
        <a:bodyPr/>
        <a:lstStyle/>
        <a:p>
          <a:endParaRPr lang="en-US"/>
        </a:p>
      </dgm:t>
    </dgm:pt>
    <dgm:pt modelId="{C9380DF3-D372-4013-8F9B-11B77A81327B}" type="sibTrans" cxnId="{6C79D793-48DD-4CC3-A85A-A97DFEDD17FE}">
      <dgm:prSet/>
      <dgm:spPr/>
      <dgm:t>
        <a:bodyPr/>
        <a:lstStyle/>
        <a:p>
          <a:endParaRPr lang="en-US"/>
        </a:p>
      </dgm:t>
    </dgm:pt>
    <dgm:pt modelId="{28BF2A27-2A56-426C-B483-0F4302360C98}">
      <dgm:prSet phldrT="[Text]" custT="1"/>
      <dgm:spPr/>
      <dgm:t>
        <a:bodyPr/>
        <a:lstStyle/>
        <a:p>
          <a:r>
            <a:rPr lang="en-US" sz="1400" dirty="0"/>
            <a:t> Reinforcement Learning</a:t>
          </a:r>
        </a:p>
      </dgm:t>
    </dgm:pt>
    <dgm:pt modelId="{244E4C4E-4CC2-48F0-8885-046B6B536B88}" type="parTrans" cxnId="{7D61FAAB-5824-422D-96D6-08D0E44A96FC}">
      <dgm:prSet/>
      <dgm:spPr/>
      <dgm:t>
        <a:bodyPr/>
        <a:lstStyle/>
        <a:p>
          <a:endParaRPr lang="en-US"/>
        </a:p>
      </dgm:t>
    </dgm:pt>
    <dgm:pt modelId="{2744E267-45E1-4AEA-A733-9C08A9D2D35E}" type="sibTrans" cxnId="{7D61FAAB-5824-422D-96D6-08D0E44A96FC}">
      <dgm:prSet/>
      <dgm:spPr/>
      <dgm:t>
        <a:bodyPr/>
        <a:lstStyle/>
        <a:p>
          <a:endParaRPr lang="en-US"/>
        </a:p>
      </dgm:t>
    </dgm:pt>
    <dgm:pt modelId="{B50EC0D2-8F90-4C28-8739-DE28A0065482}">
      <dgm:prSet phldrT="[Text]" custT="1"/>
      <dgm:spPr/>
      <dgm:t>
        <a:bodyPr/>
        <a:lstStyle/>
        <a:p>
          <a:r>
            <a:rPr lang="en-US" sz="1400" dirty="0"/>
            <a:t> </a:t>
          </a:r>
        </a:p>
      </dgm:t>
    </dgm:pt>
    <dgm:pt modelId="{EC106AD0-8BE5-4DFD-85A4-FA3856381C32}" type="sibTrans" cxnId="{F3CB38AF-5DD7-4D2B-9E1E-1F9529E1CD71}">
      <dgm:prSet/>
      <dgm:spPr/>
      <dgm:t>
        <a:bodyPr/>
        <a:lstStyle/>
        <a:p>
          <a:endParaRPr lang="en-US"/>
        </a:p>
      </dgm:t>
    </dgm:pt>
    <dgm:pt modelId="{E12EC3CA-B9D8-4E27-924E-F1F429893780}" type="parTrans" cxnId="{F3CB38AF-5DD7-4D2B-9E1E-1F9529E1CD71}">
      <dgm:prSet/>
      <dgm:spPr/>
      <dgm:t>
        <a:bodyPr/>
        <a:lstStyle/>
        <a:p>
          <a:endParaRPr lang="en-US"/>
        </a:p>
      </dgm:t>
    </dgm:pt>
    <dgm:pt modelId="{B0A7AD35-2931-477D-A141-EE58C1523B01}">
      <dgm:prSet phldrT="[Text]" custT="1"/>
      <dgm:spPr/>
      <dgm:t>
        <a:bodyPr/>
        <a:lstStyle/>
        <a:p>
          <a:r>
            <a:rPr lang="en-US" sz="1400" b="0" dirty="0"/>
            <a:t>Semi supervised Learning</a:t>
          </a:r>
          <a:endParaRPr lang="en-US" sz="1400" dirty="0"/>
        </a:p>
      </dgm:t>
    </dgm:pt>
    <dgm:pt modelId="{C9E81EE3-03CD-46B1-9E65-F4BE28AFDE7E}" type="parTrans" cxnId="{76EF7236-50A7-4F6E-B529-AC5D84643855}">
      <dgm:prSet/>
      <dgm:spPr/>
      <dgm:t>
        <a:bodyPr/>
        <a:lstStyle/>
        <a:p>
          <a:endParaRPr lang="en-US"/>
        </a:p>
      </dgm:t>
    </dgm:pt>
    <dgm:pt modelId="{68390969-47F1-4BF6-95DC-3002BA2035CD}" type="sibTrans" cxnId="{76EF7236-50A7-4F6E-B529-AC5D84643855}">
      <dgm:prSet/>
      <dgm:spPr/>
      <dgm:t>
        <a:bodyPr/>
        <a:lstStyle/>
        <a:p>
          <a:endParaRPr lang="en-US"/>
        </a:p>
      </dgm:t>
    </dgm:pt>
    <dgm:pt modelId="{B8913B12-7B4D-452A-94BF-36CE5BFF4381}" type="pres">
      <dgm:prSet presAssocID="{F69366E1-3897-44BB-92BC-8C9E7DEE7396}" presName="Name0" presStyleCnt="0">
        <dgm:presLayoutVars>
          <dgm:chMax val="1"/>
          <dgm:dir/>
          <dgm:animLvl val="ctr"/>
          <dgm:resizeHandles val="exact"/>
        </dgm:presLayoutVars>
      </dgm:prSet>
      <dgm:spPr/>
    </dgm:pt>
    <dgm:pt modelId="{2698E565-8A87-4AF1-8F8F-F8F0B5B25CE5}" type="pres">
      <dgm:prSet presAssocID="{1EF0BA36-AFD9-471F-B057-C451459EF53A}" presName="centerShape" presStyleLbl="node0" presStyleIdx="0" presStyleCnt="1" custScaleX="194439" custScaleY="170355" custLinFactNeighborX="-14679" custLinFactNeighborY="-12979"/>
      <dgm:spPr/>
    </dgm:pt>
    <dgm:pt modelId="{390A5350-D243-49B3-87BC-A141FB8C2230}" type="pres">
      <dgm:prSet presAssocID="{E12EC3CA-B9D8-4E27-924E-F1F429893780}" presName="parTrans" presStyleLbl="sibTrans2D1" presStyleIdx="0" presStyleCnt="4"/>
      <dgm:spPr/>
    </dgm:pt>
    <dgm:pt modelId="{15465CCB-2797-4B0C-96AC-DB25426D00AB}" type="pres">
      <dgm:prSet presAssocID="{E12EC3CA-B9D8-4E27-924E-F1F429893780}" presName="connectorText" presStyleLbl="sibTrans2D1" presStyleIdx="0" presStyleCnt="4"/>
      <dgm:spPr/>
    </dgm:pt>
    <dgm:pt modelId="{D10C8AA2-EB77-41FE-8068-4AD9E65D033A}" type="pres">
      <dgm:prSet presAssocID="{B50EC0D2-8F90-4C28-8739-DE28A0065482}" presName="node" presStyleLbl="node1" presStyleIdx="0" presStyleCnt="4" custScaleX="32763" custScaleY="30825" custRadScaleRad="194178" custRadScaleInc="-152893">
        <dgm:presLayoutVars>
          <dgm:bulletEnabled val="1"/>
        </dgm:presLayoutVars>
      </dgm:prSet>
      <dgm:spPr/>
    </dgm:pt>
    <dgm:pt modelId="{BF84FA32-ED37-4EC4-BB65-1FE35CF1ADF9}" type="pres">
      <dgm:prSet presAssocID="{A05C93BF-9732-44CD-92EF-3B5A92EF076D}" presName="parTrans" presStyleLbl="sibTrans2D1" presStyleIdx="1" presStyleCnt="4"/>
      <dgm:spPr/>
    </dgm:pt>
    <dgm:pt modelId="{FE9A24A5-2312-4C63-B019-E12F13FD8C79}" type="pres">
      <dgm:prSet presAssocID="{A05C93BF-9732-44CD-92EF-3B5A92EF076D}" presName="connectorText" presStyleLbl="sibTrans2D1" presStyleIdx="1" presStyleCnt="4"/>
      <dgm:spPr/>
    </dgm:pt>
    <dgm:pt modelId="{23A69B37-F3D5-483D-A026-8F3F4F67DC49}" type="pres">
      <dgm:prSet presAssocID="{AED9C2C8-F240-4087-BF57-8D2BD66C3448}" presName="node" presStyleLbl="node1" presStyleIdx="1" presStyleCnt="4" custScaleX="32763" custScaleY="30825" custRadScaleRad="131058" custRadScaleInc="-75800">
        <dgm:presLayoutVars>
          <dgm:bulletEnabled val="1"/>
        </dgm:presLayoutVars>
      </dgm:prSet>
      <dgm:spPr/>
    </dgm:pt>
    <dgm:pt modelId="{26CBD3E4-690C-4F35-9D8A-B768F6670A9E}" type="pres">
      <dgm:prSet presAssocID="{244E4C4E-4CC2-48F0-8885-046B6B536B88}" presName="parTrans" presStyleLbl="sibTrans2D1" presStyleIdx="2" presStyleCnt="4"/>
      <dgm:spPr/>
    </dgm:pt>
    <dgm:pt modelId="{2ABD95F4-9517-4068-838A-6BC8A613EA2A}" type="pres">
      <dgm:prSet presAssocID="{244E4C4E-4CC2-48F0-8885-046B6B536B88}" presName="connectorText" presStyleLbl="sibTrans2D1" presStyleIdx="2" presStyleCnt="4"/>
      <dgm:spPr/>
    </dgm:pt>
    <dgm:pt modelId="{446529D9-21F4-4B2B-813B-41C9C3B9ECB6}" type="pres">
      <dgm:prSet presAssocID="{28BF2A27-2A56-426C-B483-0F4302360C98}" presName="node" presStyleLbl="node1" presStyleIdx="2" presStyleCnt="4" custScaleX="580039" custScaleY="249333" custRadScaleRad="131812" custRadScaleInc="-79930">
        <dgm:presLayoutVars>
          <dgm:bulletEnabled val="1"/>
        </dgm:presLayoutVars>
      </dgm:prSet>
      <dgm:spPr/>
    </dgm:pt>
    <dgm:pt modelId="{1B7F6A39-E54C-44A9-93C0-29ACE16595B2}" type="pres">
      <dgm:prSet presAssocID="{C9E81EE3-03CD-46B1-9E65-F4BE28AFDE7E}" presName="parTrans" presStyleLbl="sibTrans2D1" presStyleIdx="3" presStyleCnt="4"/>
      <dgm:spPr/>
    </dgm:pt>
    <dgm:pt modelId="{ED03E2CF-1DA8-4314-BB41-01CC32346622}" type="pres">
      <dgm:prSet presAssocID="{C9E81EE3-03CD-46B1-9E65-F4BE28AFDE7E}" presName="connectorText" presStyleLbl="sibTrans2D1" presStyleIdx="3" presStyleCnt="4"/>
      <dgm:spPr/>
    </dgm:pt>
    <dgm:pt modelId="{86D0DC4D-75A7-4437-AEF7-2728B4B8F764}" type="pres">
      <dgm:prSet presAssocID="{B0A7AD35-2931-477D-A141-EE58C1523B01}" presName="node" presStyleLbl="node1" presStyleIdx="3" presStyleCnt="4" custScaleX="534618" custScaleY="255984" custRadScaleRad="166200" custRadScaleInc="-89518">
        <dgm:presLayoutVars>
          <dgm:bulletEnabled val="1"/>
        </dgm:presLayoutVars>
      </dgm:prSet>
      <dgm:spPr/>
    </dgm:pt>
  </dgm:ptLst>
  <dgm:cxnLst>
    <dgm:cxn modelId="{E699FE15-E266-47D2-B1D4-DFF810ECD5E4}" type="presOf" srcId="{1EF0BA36-AFD9-471F-B057-C451459EF53A}" destId="{2698E565-8A87-4AF1-8F8F-F8F0B5B25CE5}" srcOrd="0" destOrd="0" presId="urn:microsoft.com/office/officeart/2005/8/layout/radial5"/>
    <dgm:cxn modelId="{5901BB28-7B0F-421A-8AB4-7255C4BB141B}" type="presOf" srcId="{E12EC3CA-B9D8-4E27-924E-F1F429893780}" destId="{390A5350-D243-49B3-87BC-A141FB8C2230}" srcOrd="0" destOrd="0" presId="urn:microsoft.com/office/officeart/2005/8/layout/radial5"/>
    <dgm:cxn modelId="{8948782F-40E4-40A5-9AA8-8D63EDC671BF}" type="presOf" srcId="{E12EC3CA-B9D8-4E27-924E-F1F429893780}" destId="{15465CCB-2797-4B0C-96AC-DB25426D00AB}" srcOrd="1" destOrd="0" presId="urn:microsoft.com/office/officeart/2005/8/layout/radial5"/>
    <dgm:cxn modelId="{5DDB2236-8BCB-4E37-9868-6F8F099BD8A4}" type="presOf" srcId="{28BF2A27-2A56-426C-B483-0F4302360C98}" destId="{446529D9-21F4-4B2B-813B-41C9C3B9ECB6}" srcOrd="0" destOrd="0" presId="urn:microsoft.com/office/officeart/2005/8/layout/radial5"/>
    <dgm:cxn modelId="{76EF7236-50A7-4F6E-B529-AC5D84643855}" srcId="{1EF0BA36-AFD9-471F-B057-C451459EF53A}" destId="{B0A7AD35-2931-477D-A141-EE58C1523B01}" srcOrd="3" destOrd="0" parTransId="{C9E81EE3-03CD-46B1-9E65-F4BE28AFDE7E}" sibTransId="{68390969-47F1-4BF6-95DC-3002BA2035CD}"/>
    <dgm:cxn modelId="{886EF537-52AD-40C6-896A-13726D2C341E}" type="presOf" srcId="{B0A7AD35-2931-477D-A141-EE58C1523B01}" destId="{86D0DC4D-75A7-4437-AEF7-2728B4B8F764}" srcOrd="0" destOrd="0" presId="urn:microsoft.com/office/officeart/2005/8/layout/radial5"/>
    <dgm:cxn modelId="{6A7D8364-DA77-47EA-9935-A5B0DDCCF1AD}" srcId="{F69366E1-3897-44BB-92BC-8C9E7DEE7396}" destId="{1EF0BA36-AFD9-471F-B057-C451459EF53A}" srcOrd="0" destOrd="0" parTransId="{E9A6E182-6E1F-49F2-8C0B-B13E088F212F}" sibTransId="{C43CAF8A-07F6-4539-8B3D-49E1EDD7650C}"/>
    <dgm:cxn modelId="{7F61404B-0B4C-4E70-85EA-F4C27B560D62}" type="presOf" srcId="{A05C93BF-9732-44CD-92EF-3B5A92EF076D}" destId="{BF84FA32-ED37-4EC4-BB65-1FE35CF1ADF9}" srcOrd="0" destOrd="0" presId="urn:microsoft.com/office/officeart/2005/8/layout/radial5"/>
    <dgm:cxn modelId="{813D236D-A990-4E43-9088-95158AEC19CE}" type="presOf" srcId="{F69366E1-3897-44BB-92BC-8C9E7DEE7396}" destId="{B8913B12-7B4D-452A-94BF-36CE5BFF4381}" srcOrd="0" destOrd="0" presId="urn:microsoft.com/office/officeart/2005/8/layout/radial5"/>
    <dgm:cxn modelId="{4AF5DC73-6845-485E-AE4F-A7718BC692D0}" type="presOf" srcId="{B50EC0D2-8F90-4C28-8739-DE28A0065482}" destId="{D10C8AA2-EB77-41FE-8068-4AD9E65D033A}" srcOrd="0" destOrd="0" presId="urn:microsoft.com/office/officeart/2005/8/layout/radial5"/>
    <dgm:cxn modelId="{92304292-3000-4A49-80A2-93566B3F1FB1}" type="presOf" srcId="{A05C93BF-9732-44CD-92EF-3B5A92EF076D}" destId="{FE9A24A5-2312-4C63-B019-E12F13FD8C79}" srcOrd="1" destOrd="0" presId="urn:microsoft.com/office/officeart/2005/8/layout/radial5"/>
    <dgm:cxn modelId="{6C79D793-48DD-4CC3-A85A-A97DFEDD17FE}" srcId="{1EF0BA36-AFD9-471F-B057-C451459EF53A}" destId="{AED9C2C8-F240-4087-BF57-8D2BD66C3448}" srcOrd="1" destOrd="0" parTransId="{A05C93BF-9732-44CD-92EF-3B5A92EF076D}" sibTransId="{C9380DF3-D372-4013-8F9B-11B77A81327B}"/>
    <dgm:cxn modelId="{7D61FAAB-5824-422D-96D6-08D0E44A96FC}" srcId="{1EF0BA36-AFD9-471F-B057-C451459EF53A}" destId="{28BF2A27-2A56-426C-B483-0F4302360C98}" srcOrd="2" destOrd="0" parTransId="{244E4C4E-4CC2-48F0-8885-046B6B536B88}" sibTransId="{2744E267-45E1-4AEA-A733-9C08A9D2D35E}"/>
    <dgm:cxn modelId="{F3CB38AF-5DD7-4D2B-9E1E-1F9529E1CD71}" srcId="{1EF0BA36-AFD9-471F-B057-C451459EF53A}" destId="{B50EC0D2-8F90-4C28-8739-DE28A0065482}" srcOrd="0" destOrd="0" parTransId="{E12EC3CA-B9D8-4E27-924E-F1F429893780}" sibTransId="{EC106AD0-8BE5-4DFD-85A4-FA3856381C32}"/>
    <dgm:cxn modelId="{A22F21C7-DD69-4701-8CA7-597C9B22AD05}" type="presOf" srcId="{AED9C2C8-F240-4087-BF57-8D2BD66C3448}" destId="{23A69B37-F3D5-483D-A026-8F3F4F67DC49}" srcOrd="0" destOrd="0" presId="urn:microsoft.com/office/officeart/2005/8/layout/radial5"/>
    <dgm:cxn modelId="{60B59BC7-FF22-4222-BEC4-0D7797607C54}" type="presOf" srcId="{244E4C4E-4CC2-48F0-8885-046B6B536B88}" destId="{26CBD3E4-690C-4F35-9D8A-B768F6670A9E}" srcOrd="0" destOrd="0" presId="urn:microsoft.com/office/officeart/2005/8/layout/radial5"/>
    <dgm:cxn modelId="{58E206CA-5EF9-4F6A-9749-E923949C621E}" type="presOf" srcId="{C9E81EE3-03CD-46B1-9E65-F4BE28AFDE7E}" destId="{1B7F6A39-E54C-44A9-93C0-29ACE16595B2}" srcOrd="0" destOrd="0" presId="urn:microsoft.com/office/officeart/2005/8/layout/radial5"/>
    <dgm:cxn modelId="{3AB76CD7-9D68-40AA-90D2-76E81EA3A532}" type="presOf" srcId="{C9E81EE3-03CD-46B1-9E65-F4BE28AFDE7E}" destId="{ED03E2CF-1DA8-4314-BB41-01CC32346622}" srcOrd="1" destOrd="0" presId="urn:microsoft.com/office/officeart/2005/8/layout/radial5"/>
    <dgm:cxn modelId="{2B7DFFD8-29DC-4273-9818-6ABFEFFB71ED}" type="presOf" srcId="{244E4C4E-4CC2-48F0-8885-046B6B536B88}" destId="{2ABD95F4-9517-4068-838A-6BC8A613EA2A}" srcOrd="1" destOrd="0" presId="urn:microsoft.com/office/officeart/2005/8/layout/radial5"/>
    <dgm:cxn modelId="{4DF284C6-D1A0-4FD4-9031-936E69B4DE18}" type="presParOf" srcId="{B8913B12-7B4D-452A-94BF-36CE5BFF4381}" destId="{2698E565-8A87-4AF1-8F8F-F8F0B5B25CE5}" srcOrd="0" destOrd="0" presId="urn:microsoft.com/office/officeart/2005/8/layout/radial5"/>
    <dgm:cxn modelId="{BDBFEC84-C8F9-4776-880B-707B9FBB0069}" type="presParOf" srcId="{B8913B12-7B4D-452A-94BF-36CE5BFF4381}" destId="{390A5350-D243-49B3-87BC-A141FB8C2230}" srcOrd="1" destOrd="0" presId="urn:microsoft.com/office/officeart/2005/8/layout/radial5"/>
    <dgm:cxn modelId="{8115C694-B13D-41E8-BD00-A1DA18FC78F3}" type="presParOf" srcId="{390A5350-D243-49B3-87BC-A141FB8C2230}" destId="{15465CCB-2797-4B0C-96AC-DB25426D00AB}" srcOrd="0" destOrd="0" presId="urn:microsoft.com/office/officeart/2005/8/layout/radial5"/>
    <dgm:cxn modelId="{D2417983-D081-4339-9739-CC29A4CF21A8}" type="presParOf" srcId="{B8913B12-7B4D-452A-94BF-36CE5BFF4381}" destId="{D10C8AA2-EB77-41FE-8068-4AD9E65D033A}" srcOrd="2" destOrd="0" presId="urn:microsoft.com/office/officeart/2005/8/layout/radial5"/>
    <dgm:cxn modelId="{93A7609A-0913-42DB-A2EA-B9F9D640BFBD}" type="presParOf" srcId="{B8913B12-7B4D-452A-94BF-36CE5BFF4381}" destId="{BF84FA32-ED37-4EC4-BB65-1FE35CF1ADF9}" srcOrd="3" destOrd="0" presId="urn:microsoft.com/office/officeart/2005/8/layout/radial5"/>
    <dgm:cxn modelId="{C3785F48-6F5F-48A0-9965-67086C0E46FF}" type="presParOf" srcId="{BF84FA32-ED37-4EC4-BB65-1FE35CF1ADF9}" destId="{FE9A24A5-2312-4C63-B019-E12F13FD8C79}" srcOrd="0" destOrd="0" presId="urn:microsoft.com/office/officeart/2005/8/layout/radial5"/>
    <dgm:cxn modelId="{C00BDC49-E9E7-49A6-B026-6F75A43FF374}" type="presParOf" srcId="{B8913B12-7B4D-452A-94BF-36CE5BFF4381}" destId="{23A69B37-F3D5-483D-A026-8F3F4F67DC49}" srcOrd="4" destOrd="0" presId="urn:microsoft.com/office/officeart/2005/8/layout/radial5"/>
    <dgm:cxn modelId="{16DAA797-6A89-40A3-B51C-8AE3D870A667}" type="presParOf" srcId="{B8913B12-7B4D-452A-94BF-36CE5BFF4381}" destId="{26CBD3E4-690C-4F35-9D8A-B768F6670A9E}" srcOrd="5" destOrd="0" presId="urn:microsoft.com/office/officeart/2005/8/layout/radial5"/>
    <dgm:cxn modelId="{B18C8AD4-2219-4619-A479-F76BAF0CF8F2}" type="presParOf" srcId="{26CBD3E4-690C-4F35-9D8A-B768F6670A9E}" destId="{2ABD95F4-9517-4068-838A-6BC8A613EA2A}" srcOrd="0" destOrd="0" presId="urn:microsoft.com/office/officeart/2005/8/layout/radial5"/>
    <dgm:cxn modelId="{8EF09A9C-FD38-4CBE-8B38-CC4AECA19126}" type="presParOf" srcId="{B8913B12-7B4D-452A-94BF-36CE5BFF4381}" destId="{446529D9-21F4-4B2B-813B-41C9C3B9ECB6}" srcOrd="6" destOrd="0" presId="urn:microsoft.com/office/officeart/2005/8/layout/radial5"/>
    <dgm:cxn modelId="{A64955C5-2F81-4ABD-82A7-007A0EB94A8F}" type="presParOf" srcId="{B8913B12-7B4D-452A-94BF-36CE5BFF4381}" destId="{1B7F6A39-E54C-44A9-93C0-29ACE16595B2}" srcOrd="7" destOrd="0" presId="urn:microsoft.com/office/officeart/2005/8/layout/radial5"/>
    <dgm:cxn modelId="{69536A1B-EB98-41B7-B5C5-BB1BBEA975D9}" type="presParOf" srcId="{1B7F6A39-E54C-44A9-93C0-29ACE16595B2}" destId="{ED03E2CF-1DA8-4314-BB41-01CC32346622}" srcOrd="0" destOrd="0" presId="urn:microsoft.com/office/officeart/2005/8/layout/radial5"/>
    <dgm:cxn modelId="{52BA8282-0E0D-49EB-B6B7-2A07D4AFEFAF}" type="presParOf" srcId="{B8913B12-7B4D-452A-94BF-36CE5BFF4381}" destId="{86D0DC4D-75A7-4437-AEF7-2728B4B8F764}"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dgm:t>
        <a:bodyPr lIns="0" tIns="0" rIns="0" bIns="0"/>
        <a:lstStyle/>
        <a:p>
          <a:r>
            <a:rPr lang="en-US" sz="1400" dirty="0"/>
            <a:t>Classification</a:t>
          </a:r>
        </a:p>
      </dgm:t>
    </dgm:pt>
    <dgm:pt modelId="{196894A0-6ED9-418F-9D80-8BDC3024E295}" type="parTrans" cxnId="{34C1E64F-0B7C-4C30-81A1-DAA3CC4372C3}">
      <dgm:prSet/>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dgm:t>
        <a:bodyPr lIns="0" tIns="0" rIns="0" bIns="0"/>
        <a:lstStyle/>
        <a:p>
          <a:r>
            <a:rPr lang="en-US" sz="1400" dirty="0"/>
            <a:t>Regression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38D1FD43-05D7-4980-BE15-7E2F0148E574}" type="presOf" srcId="{C5C953AA-C167-434E-81D8-4FFA93E529E6}" destId="{E64D4CA0-D6E2-43C2-938F-CD61FFA3DF9E}" srcOrd="1" destOrd="0" presId="urn:microsoft.com/office/officeart/2005/8/layout/radial5"/>
    <dgm:cxn modelId="{3B05354F-C22D-4B79-9AED-B44CA8240E46}" type="presOf" srcId="{196894A0-6ED9-418F-9D80-8BDC3024E295}" destId="{7245A132-5DFB-4116-8442-5AC24D7C6B23}" srcOrd="0" destOrd="0" presId="urn:microsoft.com/office/officeart/2005/8/layout/radial5"/>
    <dgm:cxn modelId="{2E56C34F-691C-444E-8523-09BBC0A69296}" type="presOf" srcId="{F99ABC0E-3000-4010-8FB5-885841074648}" destId="{FD831607-ED38-49FD-8F53-9913534C7E30}"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72683170-A249-4E33-B01F-3256D167DC68}" type="presOf" srcId="{D3D41388-37FB-4C00-AA3A-ABD17EBAF15F}" destId="{AB2BAFAF-6E44-408A-98EC-5B9CB1218E0F}" srcOrd="0" destOrd="0" presId="urn:microsoft.com/office/officeart/2005/8/layout/radial5"/>
    <dgm:cxn modelId="{DD59257C-0F2F-4404-B472-3E76FE73E7B6}"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1B289C83-3182-4199-9F8F-53A27FC2453B}" srcId="{F99ABC0E-3000-4010-8FB5-885841074648}" destId="{92C3FD97-8F40-48D0-BA19-1576532C4283}" srcOrd="0" destOrd="0" parTransId="{A70219FE-C86B-49B1-A285-44D3289EA039}" sibTransId="{E94643E5-E0AC-4DC2-92A2-6A5F0427B9E6}"/>
    <dgm:cxn modelId="{6E193391-2E3B-4DF6-B517-71B85CFEA002}" type="presOf" srcId="{C5C953AA-C167-434E-81D8-4FFA93E529E6}" destId="{3FB79A28-1CEF-41B3-977D-DDC30B2DEF60}" srcOrd="0" destOrd="0" presId="urn:microsoft.com/office/officeart/2005/8/layout/radial5"/>
    <dgm:cxn modelId="{C2A3FE94-3E32-4C55-ADEF-81476B539D6D}" type="presOf" srcId="{196894A0-6ED9-418F-9D80-8BDC3024E295}" destId="{27254308-1F51-46C5-A564-103EDAC9274F}" srcOrd="1" destOrd="0" presId="urn:microsoft.com/office/officeart/2005/8/layout/radial5"/>
    <dgm:cxn modelId="{FA8635C8-ACE9-46D0-9893-47642678B7B0}" type="presOf" srcId="{92C3FD97-8F40-48D0-BA19-1576532C4283}" destId="{9204CA6C-7B96-4237-9523-A1E783632F36}" srcOrd="0" destOrd="0" presId="urn:microsoft.com/office/officeart/2005/8/layout/radial5"/>
    <dgm:cxn modelId="{0D4B1A96-547C-4682-A5EB-EB25C73007B0}" type="presParOf" srcId="{FD831607-ED38-49FD-8F53-9913534C7E30}" destId="{9204CA6C-7B96-4237-9523-A1E783632F36}" srcOrd="0" destOrd="0" presId="urn:microsoft.com/office/officeart/2005/8/layout/radial5"/>
    <dgm:cxn modelId="{B9EB514A-CEE6-40B8-BC80-5FC16858C0BA}" type="presParOf" srcId="{FD831607-ED38-49FD-8F53-9913534C7E30}" destId="{7245A132-5DFB-4116-8442-5AC24D7C6B23}" srcOrd="1" destOrd="0" presId="urn:microsoft.com/office/officeart/2005/8/layout/radial5"/>
    <dgm:cxn modelId="{0BC6FEBE-A3DB-4405-A3C0-1E59A6DDF7B5}" type="presParOf" srcId="{7245A132-5DFB-4116-8442-5AC24D7C6B23}" destId="{27254308-1F51-46C5-A564-103EDAC9274F}" srcOrd="0" destOrd="0" presId="urn:microsoft.com/office/officeart/2005/8/layout/radial5"/>
    <dgm:cxn modelId="{51A2D7A5-C5DF-4C27-BE14-F8E5E3020884}" type="presParOf" srcId="{FD831607-ED38-49FD-8F53-9913534C7E30}" destId="{AB2BAFAF-6E44-408A-98EC-5B9CB1218E0F}" srcOrd="2" destOrd="0" presId="urn:microsoft.com/office/officeart/2005/8/layout/radial5"/>
    <dgm:cxn modelId="{8B74577E-918C-4198-AA31-AE1B4FEA63A7}" type="presParOf" srcId="{FD831607-ED38-49FD-8F53-9913534C7E30}" destId="{3FB79A28-1CEF-41B3-977D-DDC30B2DEF60}" srcOrd="3" destOrd="0" presId="urn:microsoft.com/office/officeart/2005/8/layout/radial5"/>
    <dgm:cxn modelId="{A1DB26C3-CB90-4F14-AE34-7F59E8A232A8}" type="presParOf" srcId="{3FB79A28-1CEF-41B3-977D-DDC30B2DEF60}" destId="{E64D4CA0-D6E2-43C2-938F-CD61FFA3DF9E}" srcOrd="0" destOrd="0" presId="urn:microsoft.com/office/officeart/2005/8/layout/radial5"/>
    <dgm:cxn modelId="{9D159FB4-33C4-49FF-AF44-10839450EED4}"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rgbClr val="1BB8B0"/>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rgbClr val="92D050"/>
        </a:solidFill>
      </dgm:spPr>
      <dgm:t>
        <a:bodyPr/>
        <a:lstStyle/>
        <a:p>
          <a:r>
            <a:rPr lang="en-US" sz="1400" dirty="0"/>
            <a:t>Clustering</a:t>
          </a:r>
          <a:endParaRPr lang="en-US" sz="1000" dirty="0"/>
        </a:p>
      </dgm:t>
    </dgm:pt>
    <dgm:pt modelId="{196894A0-6ED9-418F-9D80-8BDC3024E295}" type="parTrans" cxnId="{34C1E64F-0B7C-4C30-81A1-DAA3CC4372C3}">
      <dgm:prSet/>
      <dgm:spPr>
        <a:solidFill>
          <a:srgbClr val="92D050"/>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dgm:t>
        <a:bodyPr/>
        <a:lstStyle/>
        <a:p>
          <a:r>
            <a:rPr lang="en-US" dirty="0"/>
            <a:t>Dimensionality Reduction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dgm:t>
        <a:bodyPr/>
        <a:lstStyle/>
        <a:p>
          <a:r>
            <a:rPr lang="en-US" dirty="0"/>
            <a:t>Association Rules</a:t>
          </a:r>
        </a:p>
      </dgm:t>
    </dgm:pt>
    <dgm:pt modelId="{E8021B93-AA97-4678-9EB1-2DB12C5AD4E3}" type="parTrans" cxnId="{015C41D4-2D56-487E-8928-84E56F5336C7}">
      <dgm:prSet/>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2154" custLinFactNeighborY="-44191"/>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52792" custRadScaleInc="62362">
        <dgm:presLayoutVars>
          <dgm:bulletEnabled val="1"/>
        </dgm:presLayoutVars>
      </dgm:prSet>
      <dgm:spPr/>
    </dgm:pt>
    <dgm:pt modelId="{3FB79A28-1CEF-41B3-977D-DDC30B2DEF60}" type="pres">
      <dgm:prSet presAssocID="{C5C953AA-C167-434E-81D8-4FFA93E529E6}" presName="parTrans" presStyleLbl="sibTrans2D1" presStyleIdx="1" presStyleCnt="3"/>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77653" custRadScaleInc="-63528">
        <dgm:presLayoutVars>
          <dgm:bulletEnabled val="1"/>
        </dgm:presLayoutVars>
      </dgm:prSet>
      <dgm:spPr/>
    </dgm:pt>
    <dgm:pt modelId="{08CE5EAF-7FBB-4A20-B85D-DCDD82F8F2FC}" type="pres">
      <dgm:prSet presAssocID="{E8021B93-AA97-4678-9EB1-2DB12C5AD4E3}" presName="parTrans" presStyleLbl="sibTrans2D1" presStyleIdx="2" presStyleCnt="3"/>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31044" custRadScaleInc="-20792">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16" minVer="http://schemas.openxmlformats.org/drawingml/2006/diagram"/>
    </a:ext>
    <a:ext uri="{C62137D5-CB1D-491B-B009-E17868A290BF}">
      <dgm14:recolorImg xmlns:dgm14="http://schemas.microsoft.com/office/drawing/2010/diagram" val="1"/>
    </a:ext>
  </dgm:extLst>
</dgm:dataModel>
</file>

<file path=ppt/diagrams/data19.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dgm:t>
        <a:bodyPr lIns="0" tIns="0" rIns="0" bIns="0"/>
        <a:lstStyle/>
        <a:p>
          <a:r>
            <a:rPr lang="en-US" sz="1400" dirty="0"/>
            <a:t>Classification</a:t>
          </a:r>
        </a:p>
      </dgm:t>
    </dgm:pt>
    <dgm:pt modelId="{196894A0-6ED9-418F-9D80-8BDC3024E295}" type="parTrans" cxnId="{34C1E64F-0B7C-4C30-81A1-DAA3CC4372C3}">
      <dgm:prSet/>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dgm:t>
        <a:bodyPr lIns="0" tIns="0" rIns="0" bIns="0"/>
        <a:lstStyle/>
        <a:p>
          <a:r>
            <a:rPr lang="en-US" sz="1400" dirty="0"/>
            <a:t>Regression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0DAF2023-EE03-4F5B-B77B-E8B9847946FC}" type="presOf" srcId="{F99ABC0E-3000-4010-8FB5-885841074648}" destId="{FD831607-ED38-49FD-8F53-9913534C7E30}" srcOrd="0" destOrd="0" presId="urn:microsoft.com/office/officeart/2005/8/layout/radial5"/>
    <dgm:cxn modelId="{73FBEE28-BB9E-4EF1-9B8D-4C2B800DEB1B}" type="presOf" srcId="{D3D41388-37FB-4C00-AA3A-ABD17EBAF15F}" destId="{AB2BAFAF-6E44-408A-98EC-5B9CB1218E0F}" srcOrd="0" destOrd="0" presId="urn:microsoft.com/office/officeart/2005/8/layout/radial5"/>
    <dgm:cxn modelId="{50D1575F-11EA-4EE1-9B52-F90808E707FB}" type="presOf" srcId="{196894A0-6ED9-418F-9D80-8BDC3024E295}" destId="{7245A132-5DFB-4116-8442-5AC24D7C6B23}" srcOrd="0" destOrd="0" presId="urn:microsoft.com/office/officeart/2005/8/layout/radial5"/>
    <dgm:cxn modelId="{44296166-08DA-4035-8DB7-0F108F9776B2}" type="presOf" srcId="{C5C953AA-C167-434E-81D8-4FFA93E529E6}" destId="{3FB79A28-1CEF-41B3-977D-DDC30B2DEF60}"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CE6E0A78-4646-488B-AFF5-C5886274BE4F}" type="presOf" srcId="{C5C953AA-C167-434E-81D8-4FFA93E529E6}" destId="{E64D4CA0-D6E2-43C2-938F-CD61FFA3DF9E}" srcOrd="1" destOrd="0" presId="urn:microsoft.com/office/officeart/2005/8/layout/radial5"/>
    <dgm:cxn modelId="{0806145A-AB23-4D0B-895E-EE96EC1748FB}"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5731457C-A069-43FD-AF3E-56B41F5813D8}" type="presOf" srcId="{196894A0-6ED9-418F-9D80-8BDC3024E295}" destId="{27254308-1F51-46C5-A564-103EDAC9274F}" srcOrd="1"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5B24E5C7-DE02-492D-B936-BA945D032421}" type="presOf" srcId="{92C3FD97-8F40-48D0-BA19-1576532C4283}" destId="{9204CA6C-7B96-4237-9523-A1E783632F36}" srcOrd="0" destOrd="0" presId="urn:microsoft.com/office/officeart/2005/8/layout/radial5"/>
    <dgm:cxn modelId="{FC3D65F6-D039-4AE9-91B9-BA35F422CEF5}" type="presParOf" srcId="{FD831607-ED38-49FD-8F53-9913534C7E30}" destId="{9204CA6C-7B96-4237-9523-A1E783632F36}" srcOrd="0" destOrd="0" presId="urn:microsoft.com/office/officeart/2005/8/layout/radial5"/>
    <dgm:cxn modelId="{D6FC84D2-6FA2-49D0-A3F4-039614D74EFA}" type="presParOf" srcId="{FD831607-ED38-49FD-8F53-9913534C7E30}" destId="{7245A132-5DFB-4116-8442-5AC24D7C6B23}" srcOrd="1" destOrd="0" presId="urn:microsoft.com/office/officeart/2005/8/layout/radial5"/>
    <dgm:cxn modelId="{49063D4C-5AFC-46D5-920A-E4FEB1211EF0}" type="presParOf" srcId="{7245A132-5DFB-4116-8442-5AC24D7C6B23}" destId="{27254308-1F51-46C5-A564-103EDAC9274F}" srcOrd="0" destOrd="0" presId="urn:microsoft.com/office/officeart/2005/8/layout/radial5"/>
    <dgm:cxn modelId="{26677EE7-E71E-44E0-BC5A-D366EAD55D34}" type="presParOf" srcId="{FD831607-ED38-49FD-8F53-9913534C7E30}" destId="{AB2BAFAF-6E44-408A-98EC-5B9CB1218E0F}" srcOrd="2" destOrd="0" presId="urn:microsoft.com/office/officeart/2005/8/layout/radial5"/>
    <dgm:cxn modelId="{A2D0A6F4-BE12-4867-BA80-E05E86C31785}" type="presParOf" srcId="{FD831607-ED38-49FD-8F53-9913534C7E30}" destId="{3FB79A28-1CEF-41B3-977D-DDC30B2DEF60}" srcOrd="3" destOrd="0" presId="urn:microsoft.com/office/officeart/2005/8/layout/radial5"/>
    <dgm:cxn modelId="{9FBFE1DA-D36F-41AB-AE1F-EB02E89453CF}" type="presParOf" srcId="{3FB79A28-1CEF-41B3-977D-DDC30B2DEF60}" destId="{E64D4CA0-D6E2-43C2-938F-CD61FFA3DF9E}" srcOrd="0" destOrd="0" presId="urn:microsoft.com/office/officeart/2005/8/layout/radial5"/>
    <dgm:cxn modelId="{763811A5-78F3-40DD-8074-12C7BB1B24BF}"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rgbClr val="1BB8B0"/>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rgbClr val="92D050"/>
        </a:solidFill>
      </dgm:spPr>
      <dgm:t>
        <a:bodyPr/>
        <a:lstStyle/>
        <a:p>
          <a:r>
            <a:rPr lang="en-US" sz="1400" dirty="0"/>
            <a:t>Clustering</a:t>
          </a:r>
          <a:endParaRPr lang="en-US" sz="1000" dirty="0"/>
        </a:p>
      </dgm:t>
    </dgm:pt>
    <dgm:pt modelId="{196894A0-6ED9-418F-9D80-8BDC3024E295}" type="parTrans" cxnId="{34C1E64F-0B7C-4C30-81A1-DAA3CC4372C3}">
      <dgm:prSet/>
      <dgm:spPr>
        <a:solidFill>
          <a:srgbClr val="92D050"/>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dgm:t>
        <a:bodyPr/>
        <a:lstStyle/>
        <a:p>
          <a:r>
            <a:rPr lang="en-US" dirty="0"/>
            <a:t>Dimensionality Reduction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dgm:t>
        <a:bodyPr/>
        <a:lstStyle/>
        <a:p>
          <a:r>
            <a:rPr lang="en-US" dirty="0"/>
            <a:t>Association Rules</a:t>
          </a:r>
        </a:p>
      </dgm:t>
    </dgm:pt>
    <dgm:pt modelId="{E8021B93-AA97-4678-9EB1-2DB12C5AD4E3}" type="parTrans" cxnId="{015C41D4-2D56-487E-8928-84E56F5336C7}">
      <dgm:prSet/>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2154" custLinFactNeighborY="-44191"/>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52792" custRadScaleInc="62362">
        <dgm:presLayoutVars>
          <dgm:bulletEnabled val="1"/>
        </dgm:presLayoutVars>
      </dgm:prSet>
      <dgm:spPr/>
    </dgm:pt>
    <dgm:pt modelId="{3FB79A28-1CEF-41B3-977D-DDC30B2DEF60}" type="pres">
      <dgm:prSet presAssocID="{C5C953AA-C167-434E-81D8-4FFA93E529E6}" presName="parTrans" presStyleLbl="sibTrans2D1" presStyleIdx="1" presStyleCnt="3"/>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77653" custRadScaleInc="-63528">
        <dgm:presLayoutVars>
          <dgm:bulletEnabled val="1"/>
        </dgm:presLayoutVars>
      </dgm:prSet>
      <dgm:spPr/>
    </dgm:pt>
    <dgm:pt modelId="{08CE5EAF-7FBB-4A20-B85D-DCDD82F8F2FC}" type="pres">
      <dgm:prSet presAssocID="{E8021B93-AA97-4678-9EB1-2DB12C5AD4E3}" presName="parTrans" presStyleLbl="sibTrans2D1" presStyleIdx="2" presStyleCnt="3"/>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31044" custRadScaleInc="-20792">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13" minVer="http://schemas.openxmlformats.org/drawingml/2006/diagram"/>
    </a:ext>
    <a:ext uri="{C62137D5-CB1D-491B-B009-E17868A290BF}">
      <dgm14:recolorImg xmlns:dgm14="http://schemas.microsoft.com/office/drawing/2010/diagram" val="1"/>
    </a:ext>
  </dgm:extLst>
</dgm:dataModel>
</file>

<file path=ppt/diagrams/data21.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rgbClr val="1BB8B0"/>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rgbClr val="92D050"/>
        </a:solidFill>
      </dgm:spPr>
      <dgm:t>
        <a:bodyPr/>
        <a:lstStyle/>
        <a:p>
          <a:r>
            <a:rPr lang="en-US" sz="1400" dirty="0"/>
            <a:t>Clustering</a:t>
          </a:r>
          <a:endParaRPr lang="en-US" sz="1000" dirty="0"/>
        </a:p>
      </dgm:t>
    </dgm:pt>
    <dgm:pt modelId="{196894A0-6ED9-418F-9D80-8BDC3024E295}" type="parTrans" cxnId="{34C1E64F-0B7C-4C30-81A1-DAA3CC4372C3}">
      <dgm:prSet/>
      <dgm:spPr>
        <a:solidFill>
          <a:srgbClr val="92D050"/>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dgm:t>
        <a:bodyPr/>
        <a:lstStyle/>
        <a:p>
          <a:r>
            <a:rPr lang="en-US" dirty="0"/>
            <a:t>Dimensionality Reduction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dgm:t>
        <a:bodyPr/>
        <a:lstStyle/>
        <a:p>
          <a:r>
            <a:rPr lang="en-US" dirty="0"/>
            <a:t>Association Rules</a:t>
          </a:r>
        </a:p>
      </dgm:t>
    </dgm:pt>
    <dgm:pt modelId="{E8021B93-AA97-4678-9EB1-2DB12C5AD4E3}" type="parTrans" cxnId="{015C41D4-2D56-487E-8928-84E56F5336C7}">
      <dgm:prSet/>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2154" custLinFactNeighborY="-44191"/>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52792" custRadScaleInc="62362">
        <dgm:presLayoutVars>
          <dgm:bulletEnabled val="1"/>
        </dgm:presLayoutVars>
      </dgm:prSet>
      <dgm:spPr/>
    </dgm:pt>
    <dgm:pt modelId="{3FB79A28-1CEF-41B3-977D-DDC30B2DEF60}" type="pres">
      <dgm:prSet presAssocID="{C5C953AA-C167-434E-81D8-4FFA93E529E6}" presName="parTrans" presStyleLbl="sibTrans2D1" presStyleIdx="1" presStyleCnt="3"/>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77653" custRadScaleInc="-63528">
        <dgm:presLayoutVars>
          <dgm:bulletEnabled val="1"/>
        </dgm:presLayoutVars>
      </dgm:prSet>
      <dgm:spPr/>
    </dgm:pt>
    <dgm:pt modelId="{08CE5EAF-7FBB-4A20-B85D-DCDD82F8F2FC}" type="pres">
      <dgm:prSet presAssocID="{E8021B93-AA97-4678-9EB1-2DB12C5AD4E3}" presName="parTrans" presStyleLbl="sibTrans2D1" presStyleIdx="2" presStyleCnt="3"/>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31044" custRadScaleInc="-20792">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2.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dgm:t>
        <a:bodyPr lIns="0" tIns="0" rIns="0" bIns="0"/>
        <a:lstStyle/>
        <a:p>
          <a:r>
            <a:rPr lang="en-US" sz="1400" dirty="0"/>
            <a:t>Classification</a:t>
          </a:r>
        </a:p>
      </dgm:t>
    </dgm:pt>
    <dgm:pt modelId="{196894A0-6ED9-418F-9D80-8BDC3024E295}" type="parTrans" cxnId="{34C1E64F-0B7C-4C30-81A1-DAA3CC4372C3}">
      <dgm:prSet/>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dgm:t>
        <a:bodyPr lIns="0" tIns="0" rIns="0" bIns="0"/>
        <a:lstStyle/>
        <a:p>
          <a:r>
            <a:rPr lang="en-US" sz="1400" dirty="0"/>
            <a:t>Regression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6A46EC1E-EC7D-4009-BF64-3F65548518AE}" type="presOf" srcId="{850706A2-C1FF-446B-8343-7755A3AE5861}" destId="{6D8CF351-8074-4D1F-BEAB-5FE945A17F5E}" srcOrd="0" destOrd="0" presId="urn:microsoft.com/office/officeart/2005/8/layout/radial5"/>
    <dgm:cxn modelId="{67373E2F-CA5F-4224-BFE6-3941710CA2E1}" type="presOf" srcId="{92C3FD97-8F40-48D0-BA19-1576532C4283}" destId="{9204CA6C-7B96-4237-9523-A1E783632F36}" srcOrd="0" destOrd="0" presId="urn:microsoft.com/office/officeart/2005/8/layout/radial5"/>
    <dgm:cxn modelId="{B6774531-EAE0-4375-AE03-4EFF1EFDB306}" type="presOf" srcId="{196894A0-6ED9-418F-9D80-8BDC3024E295}" destId="{7245A132-5DFB-4116-8442-5AC24D7C6B23}" srcOrd="0" destOrd="0" presId="urn:microsoft.com/office/officeart/2005/8/layout/radial5"/>
    <dgm:cxn modelId="{69B98134-D5E2-405D-853B-F48FFD39E55C}"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9E924853-42EE-4609-AA68-4BDFFDD89902}" type="presOf" srcId="{F99ABC0E-3000-4010-8FB5-885841074648}" destId="{FD831607-ED38-49FD-8F53-9913534C7E30}"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1B289C83-3182-4199-9F8F-53A27FC2453B}" srcId="{F99ABC0E-3000-4010-8FB5-885841074648}" destId="{92C3FD97-8F40-48D0-BA19-1576532C4283}" srcOrd="0" destOrd="0" parTransId="{A70219FE-C86B-49B1-A285-44D3289EA039}" sibTransId="{E94643E5-E0AC-4DC2-92A2-6A5F0427B9E6}"/>
    <dgm:cxn modelId="{18BF1990-8D9B-418F-B278-B5DF9850E158}" type="presOf" srcId="{196894A0-6ED9-418F-9D80-8BDC3024E295}" destId="{27254308-1F51-46C5-A564-103EDAC9274F}" srcOrd="1" destOrd="0" presId="urn:microsoft.com/office/officeart/2005/8/layout/radial5"/>
    <dgm:cxn modelId="{536104DA-AD59-47BA-821E-D66117265217}" type="presOf" srcId="{C5C953AA-C167-434E-81D8-4FFA93E529E6}" destId="{3FB79A28-1CEF-41B3-977D-DDC30B2DEF60}" srcOrd="0" destOrd="0" presId="urn:microsoft.com/office/officeart/2005/8/layout/radial5"/>
    <dgm:cxn modelId="{3FBCB3FB-823E-4A3B-88C5-472CDDE9B809}" type="presOf" srcId="{C5C953AA-C167-434E-81D8-4FFA93E529E6}" destId="{E64D4CA0-D6E2-43C2-938F-CD61FFA3DF9E}" srcOrd="1" destOrd="0" presId="urn:microsoft.com/office/officeart/2005/8/layout/radial5"/>
    <dgm:cxn modelId="{85D7A1E8-0E20-4027-A263-BD3F227AAD5A}" type="presParOf" srcId="{FD831607-ED38-49FD-8F53-9913534C7E30}" destId="{9204CA6C-7B96-4237-9523-A1E783632F36}" srcOrd="0" destOrd="0" presId="urn:microsoft.com/office/officeart/2005/8/layout/radial5"/>
    <dgm:cxn modelId="{A7F4991E-4616-45DD-91AE-64A0190A998F}" type="presParOf" srcId="{FD831607-ED38-49FD-8F53-9913534C7E30}" destId="{7245A132-5DFB-4116-8442-5AC24D7C6B23}" srcOrd="1" destOrd="0" presId="urn:microsoft.com/office/officeart/2005/8/layout/radial5"/>
    <dgm:cxn modelId="{C4C53D34-05DE-40F2-9CD0-864A538CF241}" type="presParOf" srcId="{7245A132-5DFB-4116-8442-5AC24D7C6B23}" destId="{27254308-1F51-46C5-A564-103EDAC9274F}" srcOrd="0" destOrd="0" presId="urn:microsoft.com/office/officeart/2005/8/layout/radial5"/>
    <dgm:cxn modelId="{FDE1A3DC-A2DC-4A52-9731-E7592F1BCEEC}" type="presParOf" srcId="{FD831607-ED38-49FD-8F53-9913534C7E30}" destId="{AB2BAFAF-6E44-408A-98EC-5B9CB1218E0F}" srcOrd="2" destOrd="0" presId="urn:microsoft.com/office/officeart/2005/8/layout/radial5"/>
    <dgm:cxn modelId="{04062EE3-B9DF-4435-86A4-A20C027273D8}" type="presParOf" srcId="{FD831607-ED38-49FD-8F53-9913534C7E30}" destId="{3FB79A28-1CEF-41B3-977D-DDC30B2DEF60}" srcOrd="3" destOrd="0" presId="urn:microsoft.com/office/officeart/2005/8/layout/radial5"/>
    <dgm:cxn modelId="{2ACEC3CE-AA7F-4C27-B531-B4BD7D23A196}" type="presParOf" srcId="{3FB79A28-1CEF-41B3-977D-DDC30B2DEF60}" destId="{E64D4CA0-D6E2-43C2-938F-CD61FFA3DF9E}" srcOrd="0" destOrd="0" presId="urn:microsoft.com/office/officeart/2005/8/layout/radial5"/>
    <dgm:cxn modelId="{E1D46D9F-BDC0-45E1-8593-711B3B1882AA}"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69366E1-3897-44BB-92BC-8C9E7DEE7396}" type="doc">
      <dgm:prSet loTypeId="urn:microsoft.com/office/officeart/2005/8/layout/radial5" loCatId="cycle" qsTypeId="urn:microsoft.com/office/officeart/2005/8/quickstyle/simple1" qsCatId="simple" csTypeId="urn:microsoft.com/office/officeart/2005/8/colors/colorful4" csCatId="colorful" phldr="1"/>
      <dgm:spPr/>
      <dgm:t>
        <a:bodyPr/>
        <a:lstStyle/>
        <a:p>
          <a:endParaRPr lang="en-US"/>
        </a:p>
      </dgm:t>
    </dgm:pt>
    <dgm:pt modelId="{1EF0BA36-AFD9-471F-B057-C451459EF53A}">
      <dgm:prSet phldrT="[Text]"/>
      <dgm:spPr/>
      <dgm:t>
        <a:bodyPr/>
        <a:lstStyle/>
        <a:p>
          <a:r>
            <a:rPr lang="en-US" dirty="0"/>
            <a:t>Machine Learning</a:t>
          </a:r>
        </a:p>
      </dgm:t>
    </dgm:pt>
    <dgm:pt modelId="{E9A6E182-6E1F-49F2-8C0B-B13E088F212F}" type="parTrans" cxnId="{6A7D8364-DA77-47EA-9935-A5B0DDCCF1AD}">
      <dgm:prSet/>
      <dgm:spPr/>
      <dgm:t>
        <a:bodyPr/>
        <a:lstStyle/>
        <a:p>
          <a:endParaRPr lang="en-US"/>
        </a:p>
      </dgm:t>
    </dgm:pt>
    <dgm:pt modelId="{C43CAF8A-07F6-4539-8B3D-49E1EDD7650C}" type="sibTrans" cxnId="{6A7D8364-DA77-47EA-9935-A5B0DDCCF1AD}">
      <dgm:prSet/>
      <dgm:spPr/>
      <dgm:t>
        <a:bodyPr/>
        <a:lstStyle/>
        <a:p>
          <a:endParaRPr lang="en-US"/>
        </a:p>
      </dgm:t>
    </dgm:pt>
    <dgm:pt modelId="{AED9C2C8-F240-4087-BF57-8D2BD66C3448}">
      <dgm:prSet phldrT="[Text]" custT="1"/>
      <dgm:spPr/>
      <dgm:t>
        <a:bodyPr/>
        <a:lstStyle/>
        <a:p>
          <a:r>
            <a:rPr lang="en-US" sz="1400" dirty="0"/>
            <a:t> </a:t>
          </a:r>
        </a:p>
      </dgm:t>
    </dgm:pt>
    <dgm:pt modelId="{A05C93BF-9732-44CD-92EF-3B5A92EF076D}" type="parTrans" cxnId="{6C79D793-48DD-4CC3-A85A-A97DFEDD17FE}">
      <dgm:prSet/>
      <dgm:spPr/>
      <dgm:t>
        <a:bodyPr/>
        <a:lstStyle/>
        <a:p>
          <a:endParaRPr lang="en-US"/>
        </a:p>
      </dgm:t>
    </dgm:pt>
    <dgm:pt modelId="{C9380DF3-D372-4013-8F9B-11B77A81327B}" type="sibTrans" cxnId="{6C79D793-48DD-4CC3-A85A-A97DFEDD17FE}">
      <dgm:prSet/>
      <dgm:spPr/>
      <dgm:t>
        <a:bodyPr/>
        <a:lstStyle/>
        <a:p>
          <a:endParaRPr lang="en-US"/>
        </a:p>
      </dgm:t>
    </dgm:pt>
    <dgm:pt modelId="{28BF2A27-2A56-426C-B483-0F4302360C98}">
      <dgm:prSet phldrT="[Text]" custT="1"/>
      <dgm:spPr/>
      <dgm:t>
        <a:bodyPr/>
        <a:lstStyle/>
        <a:p>
          <a:r>
            <a:rPr lang="en-US" sz="1400" dirty="0"/>
            <a:t> Reinforcement Learning</a:t>
          </a:r>
        </a:p>
      </dgm:t>
    </dgm:pt>
    <dgm:pt modelId="{244E4C4E-4CC2-48F0-8885-046B6B536B88}" type="parTrans" cxnId="{7D61FAAB-5824-422D-96D6-08D0E44A96FC}">
      <dgm:prSet/>
      <dgm:spPr/>
      <dgm:t>
        <a:bodyPr/>
        <a:lstStyle/>
        <a:p>
          <a:endParaRPr lang="en-US"/>
        </a:p>
      </dgm:t>
    </dgm:pt>
    <dgm:pt modelId="{2744E267-45E1-4AEA-A733-9C08A9D2D35E}" type="sibTrans" cxnId="{7D61FAAB-5824-422D-96D6-08D0E44A96FC}">
      <dgm:prSet/>
      <dgm:spPr/>
      <dgm:t>
        <a:bodyPr/>
        <a:lstStyle/>
        <a:p>
          <a:endParaRPr lang="en-US"/>
        </a:p>
      </dgm:t>
    </dgm:pt>
    <dgm:pt modelId="{B50EC0D2-8F90-4C28-8739-DE28A0065482}">
      <dgm:prSet phldrT="[Text]" custT="1"/>
      <dgm:spPr/>
      <dgm:t>
        <a:bodyPr/>
        <a:lstStyle/>
        <a:p>
          <a:r>
            <a:rPr lang="en-US" sz="1400" dirty="0"/>
            <a:t> </a:t>
          </a:r>
        </a:p>
      </dgm:t>
    </dgm:pt>
    <dgm:pt modelId="{EC106AD0-8BE5-4DFD-85A4-FA3856381C32}" type="sibTrans" cxnId="{F3CB38AF-5DD7-4D2B-9E1E-1F9529E1CD71}">
      <dgm:prSet/>
      <dgm:spPr/>
      <dgm:t>
        <a:bodyPr/>
        <a:lstStyle/>
        <a:p>
          <a:endParaRPr lang="en-US"/>
        </a:p>
      </dgm:t>
    </dgm:pt>
    <dgm:pt modelId="{E12EC3CA-B9D8-4E27-924E-F1F429893780}" type="parTrans" cxnId="{F3CB38AF-5DD7-4D2B-9E1E-1F9529E1CD71}">
      <dgm:prSet/>
      <dgm:spPr/>
      <dgm:t>
        <a:bodyPr/>
        <a:lstStyle/>
        <a:p>
          <a:endParaRPr lang="en-US"/>
        </a:p>
      </dgm:t>
    </dgm:pt>
    <dgm:pt modelId="{B0A7AD35-2931-477D-A141-EE58C1523B01}">
      <dgm:prSet phldrT="[Text]" custT="1"/>
      <dgm:spPr/>
      <dgm:t>
        <a:bodyPr/>
        <a:lstStyle/>
        <a:p>
          <a:r>
            <a:rPr lang="en-US" sz="1400" b="0" dirty="0"/>
            <a:t>Semi supervised Learning</a:t>
          </a:r>
          <a:endParaRPr lang="en-US" sz="1400" dirty="0"/>
        </a:p>
      </dgm:t>
    </dgm:pt>
    <dgm:pt modelId="{C9E81EE3-03CD-46B1-9E65-F4BE28AFDE7E}" type="parTrans" cxnId="{76EF7236-50A7-4F6E-B529-AC5D84643855}">
      <dgm:prSet/>
      <dgm:spPr/>
      <dgm:t>
        <a:bodyPr/>
        <a:lstStyle/>
        <a:p>
          <a:endParaRPr lang="en-US"/>
        </a:p>
      </dgm:t>
    </dgm:pt>
    <dgm:pt modelId="{68390969-47F1-4BF6-95DC-3002BA2035CD}" type="sibTrans" cxnId="{76EF7236-50A7-4F6E-B529-AC5D84643855}">
      <dgm:prSet/>
      <dgm:spPr/>
      <dgm:t>
        <a:bodyPr/>
        <a:lstStyle/>
        <a:p>
          <a:endParaRPr lang="en-US"/>
        </a:p>
      </dgm:t>
    </dgm:pt>
    <dgm:pt modelId="{B8913B12-7B4D-452A-94BF-36CE5BFF4381}" type="pres">
      <dgm:prSet presAssocID="{F69366E1-3897-44BB-92BC-8C9E7DEE7396}" presName="Name0" presStyleCnt="0">
        <dgm:presLayoutVars>
          <dgm:chMax val="1"/>
          <dgm:dir/>
          <dgm:animLvl val="ctr"/>
          <dgm:resizeHandles val="exact"/>
        </dgm:presLayoutVars>
      </dgm:prSet>
      <dgm:spPr/>
    </dgm:pt>
    <dgm:pt modelId="{2698E565-8A87-4AF1-8F8F-F8F0B5B25CE5}" type="pres">
      <dgm:prSet presAssocID="{1EF0BA36-AFD9-471F-B057-C451459EF53A}" presName="centerShape" presStyleLbl="node0" presStyleIdx="0" presStyleCnt="1" custScaleX="194439" custScaleY="170355" custLinFactNeighborX="-14679" custLinFactNeighborY="-12979"/>
      <dgm:spPr/>
    </dgm:pt>
    <dgm:pt modelId="{390A5350-D243-49B3-87BC-A141FB8C2230}" type="pres">
      <dgm:prSet presAssocID="{E12EC3CA-B9D8-4E27-924E-F1F429893780}" presName="parTrans" presStyleLbl="sibTrans2D1" presStyleIdx="0" presStyleCnt="4"/>
      <dgm:spPr/>
    </dgm:pt>
    <dgm:pt modelId="{15465CCB-2797-4B0C-96AC-DB25426D00AB}" type="pres">
      <dgm:prSet presAssocID="{E12EC3CA-B9D8-4E27-924E-F1F429893780}" presName="connectorText" presStyleLbl="sibTrans2D1" presStyleIdx="0" presStyleCnt="4"/>
      <dgm:spPr/>
    </dgm:pt>
    <dgm:pt modelId="{D10C8AA2-EB77-41FE-8068-4AD9E65D033A}" type="pres">
      <dgm:prSet presAssocID="{B50EC0D2-8F90-4C28-8739-DE28A0065482}" presName="node" presStyleLbl="node1" presStyleIdx="0" presStyleCnt="4" custScaleX="32763" custScaleY="30825" custRadScaleRad="194178" custRadScaleInc="-152893">
        <dgm:presLayoutVars>
          <dgm:bulletEnabled val="1"/>
        </dgm:presLayoutVars>
      </dgm:prSet>
      <dgm:spPr/>
    </dgm:pt>
    <dgm:pt modelId="{BF84FA32-ED37-4EC4-BB65-1FE35CF1ADF9}" type="pres">
      <dgm:prSet presAssocID="{A05C93BF-9732-44CD-92EF-3B5A92EF076D}" presName="parTrans" presStyleLbl="sibTrans2D1" presStyleIdx="1" presStyleCnt="4"/>
      <dgm:spPr/>
    </dgm:pt>
    <dgm:pt modelId="{FE9A24A5-2312-4C63-B019-E12F13FD8C79}" type="pres">
      <dgm:prSet presAssocID="{A05C93BF-9732-44CD-92EF-3B5A92EF076D}" presName="connectorText" presStyleLbl="sibTrans2D1" presStyleIdx="1" presStyleCnt="4"/>
      <dgm:spPr/>
    </dgm:pt>
    <dgm:pt modelId="{23A69B37-F3D5-483D-A026-8F3F4F67DC49}" type="pres">
      <dgm:prSet presAssocID="{AED9C2C8-F240-4087-BF57-8D2BD66C3448}" presName="node" presStyleLbl="node1" presStyleIdx="1" presStyleCnt="4" custScaleX="32763" custScaleY="30825" custRadScaleRad="131058" custRadScaleInc="-75800">
        <dgm:presLayoutVars>
          <dgm:bulletEnabled val="1"/>
        </dgm:presLayoutVars>
      </dgm:prSet>
      <dgm:spPr/>
    </dgm:pt>
    <dgm:pt modelId="{26CBD3E4-690C-4F35-9D8A-B768F6670A9E}" type="pres">
      <dgm:prSet presAssocID="{244E4C4E-4CC2-48F0-8885-046B6B536B88}" presName="parTrans" presStyleLbl="sibTrans2D1" presStyleIdx="2" presStyleCnt="4"/>
      <dgm:spPr/>
    </dgm:pt>
    <dgm:pt modelId="{2ABD95F4-9517-4068-838A-6BC8A613EA2A}" type="pres">
      <dgm:prSet presAssocID="{244E4C4E-4CC2-48F0-8885-046B6B536B88}" presName="connectorText" presStyleLbl="sibTrans2D1" presStyleIdx="2" presStyleCnt="4"/>
      <dgm:spPr/>
    </dgm:pt>
    <dgm:pt modelId="{446529D9-21F4-4B2B-813B-41C9C3B9ECB6}" type="pres">
      <dgm:prSet presAssocID="{28BF2A27-2A56-426C-B483-0F4302360C98}" presName="node" presStyleLbl="node1" presStyleIdx="2" presStyleCnt="4" custScaleX="580039" custScaleY="249333" custRadScaleRad="131812" custRadScaleInc="-79930">
        <dgm:presLayoutVars>
          <dgm:bulletEnabled val="1"/>
        </dgm:presLayoutVars>
      </dgm:prSet>
      <dgm:spPr/>
    </dgm:pt>
    <dgm:pt modelId="{1B7F6A39-E54C-44A9-93C0-29ACE16595B2}" type="pres">
      <dgm:prSet presAssocID="{C9E81EE3-03CD-46B1-9E65-F4BE28AFDE7E}" presName="parTrans" presStyleLbl="sibTrans2D1" presStyleIdx="3" presStyleCnt="4"/>
      <dgm:spPr/>
    </dgm:pt>
    <dgm:pt modelId="{ED03E2CF-1DA8-4314-BB41-01CC32346622}" type="pres">
      <dgm:prSet presAssocID="{C9E81EE3-03CD-46B1-9E65-F4BE28AFDE7E}" presName="connectorText" presStyleLbl="sibTrans2D1" presStyleIdx="3" presStyleCnt="4"/>
      <dgm:spPr/>
    </dgm:pt>
    <dgm:pt modelId="{86D0DC4D-75A7-4437-AEF7-2728B4B8F764}" type="pres">
      <dgm:prSet presAssocID="{B0A7AD35-2931-477D-A141-EE58C1523B01}" presName="node" presStyleLbl="node1" presStyleIdx="3" presStyleCnt="4" custScaleX="534618" custScaleY="255984" custRadScaleRad="166200" custRadScaleInc="-89518">
        <dgm:presLayoutVars>
          <dgm:bulletEnabled val="1"/>
        </dgm:presLayoutVars>
      </dgm:prSet>
      <dgm:spPr/>
    </dgm:pt>
  </dgm:ptLst>
  <dgm:cxnLst>
    <dgm:cxn modelId="{4DDB0921-E108-4C85-84D6-66F9695AFF96}" type="presOf" srcId="{1EF0BA36-AFD9-471F-B057-C451459EF53A}" destId="{2698E565-8A87-4AF1-8F8F-F8F0B5B25CE5}" srcOrd="0" destOrd="0" presId="urn:microsoft.com/office/officeart/2005/8/layout/radial5"/>
    <dgm:cxn modelId="{76EF7236-50A7-4F6E-B529-AC5D84643855}" srcId="{1EF0BA36-AFD9-471F-B057-C451459EF53A}" destId="{B0A7AD35-2931-477D-A141-EE58C1523B01}" srcOrd="3" destOrd="0" parTransId="{C9E81EE3-03CD-46B1-9E65-F4BE28AFDE7E}" sibTransId="{68390969-47F1-4BF6-95DC-3002BA2035CD}"/>
    <dgm:cxn modelId="{2A44975E-C980-461B-BB9D-B59D8C287F30}" type="presOf" srcId="{F69366E1-3897-44BB-92BC-8C9E7DEE7396}" destId="{B8913B12-7B4D-452A-94BF-36CE5BFF4381}" srcOrd="0" destOrd="0" presId="urn:microsoft.com/office/officeart/2005/8/layout/radial5"/>
    <dgm:cxn modelId="{92B8D441-FB75-4CCD-B11E-B42EC03921F2}" type="presOf" srcId="{A05C93BF-9732-44CD-92EF-3B5A92EF076D}" destId="{FE9A24A5-2312-4C63-B019-E12F13FD8C79}" srcOrd="1" destOrd="0" presId="urn:microsoft.com/office/officeart/2005/8/layout/radial5"/>
    <dgm:cxn modelId="{6A7D8364-DA77-47EA-9935-A5B0DDCCF1AD}" srcId="{F69366E1-3897-44BB-92BC-8C9E7DEE7396}" destId="{1EF0BA36-AFD9-471F-B057-C451459EF53A}" srcOrd="0" destOrd="0" parTransId="{E9A6E182-6E1F-49F2-8C0B-B13E088F212F}" sibTransId="{C43CAF8A-07F6-4539-8B3D-49E1EDD7650C}"/>
    <dgm:cxn modelId="{8E5F8469-4CCE-45EF-843E-5B935B3F4A84}" type="presOf" srcId="{B0A7AD35-2931-477D-A141-EE58C1523B01}" destId="{86D0DC4D-75A7-4437-AEF7-2728B4B8F764}" srcOrd="0" destOrd="0" presId="urn:microsoft.com/office/officeart/2005/8/layout/radial5"/>
    <dgm:cxn modelId="{A905B758-AFB4-406D-A39F-DDA1EADA860A}" type="presOf" srcId="{28BF2A27-2A56-426C-B483-0F4302360C98}" destId="{446529D9-21F4-4B2B-813B-41C9C3B9ECB6}" srcOrd="0" destOrd="0" presId="urn:microsoft.com/office/officeart/2005/8/layout/radial5"/>
    <dgm:cxn modelId="{BFAC1C8C-8C21-42F9-8235-D59DFAD4DD0F}" type="presOf" srcId="{C9E81EE3-03CD-46B1-9E65-F4BE28AFDE7E}" destId="{1B7F6A39-E54C-44A9-93C0-29ACE16595B2}" srcOrd="0" destOrd="0" presId="urn:microsoft.com/office/officeart/2005/8/layout/radial5"/>
    <dgm:cxn modelId="{BDB7C193-CFA6-47B0-B076-76EABD171ADC}" type="presOf" srcId="{AED9C2C8-F240-4087-BF57-8D2BD66C3448}" destId="{23A69B37-F3D5-483D-A026-8F3F4F67DC49}" srcOrd="0" destOrd="0" presId="urn:microsoft.com/office/officeart/2005/8/layout/radial5"/>
    <dgm:cxn modelId="{6C79D793-48DD-4CC3-A85A-A97DFEDD17FE}" srcId="{1EF0BA36-AFD9-471F-B057-C451459EF53A}" destId="{AED9C2C8-F240-4087-BF57-8D2BD66C3448}" srcOrd="1" destOrd="0" parTransId="{A05C93BF-9732-44CD-92EF-3B5A92EF076D}" sibTransId="{C9380DF3-D372-4013-8F9B-11B77A81327B}"/>
    <dgm:cxn modelId="{7D61FAAB-5824-422D-96D6-08D0E44A96FC}" srcId="{1EF0BA36-AFD9-471F-B057-C451459EF53A}" destId="{28BF2A27-2A56-426C-B483-0F4302360C98}" srcOrd="2" destOrd="0" parTransId="{244E4C4E-4CC2-48F0-8885-046B6B536B88}" sibTransId="{2744E267-45E1-4AEA-A733-9C08A9D2D35E}"/>
    <dgm:cxn modelId="{640107AE-FCEF-4253-A166-FB6C68562B5B}" type="presOf" srcId="{244E4C4E-4CC2-48F0-8885-046B6B536B88}" destId="{26CBD3E4-690C-4F35-9D8A-B768F6670A9E}" srcOrd="0" destOrd="0" presId="urn:microsoft.com/office/officeart/2005/8/layout/radial5"/>
    <dgm:cxn modelId="{F3CB38AF-5DD7-4D2B-9E1E-1F9529E1CD71}" srcId="{1EF0BA36-AFD9-471F-B057-C451459EF53A}" destId="{B50EC0D2-8F90-4C28-8739-DE28A0065482}" srcOrd="0" destOrd="0" parTransId="{E12EC3CA-B9D8-4E27-924E-F1F429893780}" sibTransId="{EC106AD0-8BE5-4DFD-85A4-FA3856381C32}"/>
    <dgm:cxn modelId="{A5DDB4B8-EE4F-478E-9C49-1BB94DB78B55}" type="presOf" srcId="{B50EC0D2-8F90-4C28-8739-DE28A0065482}" destId="{D10C8AA2-EB77-41FE-8068-4AD9E65D033A}" srcOrd="0" destOrd="0" presId="urn:microsoft.com/office/officeart/2005/8/layout/radial5"/>
    <dgm:cxn modelId="{A2BC26C0-60AE-45E9-A502-2FEA6AF9C27B}" type="presOf" srcId="{E12EC3CA-B9D8-4E27-924E-F1F429893780}" destId="{15465CCB-2797-4B0C-96AC-DB25426D00AB}" srcOrd="1" destOrd="0" presId="urn:microsoft.com/office/officeart/2005/8/layout/radial5"/>
    <dgm:cxn modelId="{F81826CF-37DF-49DD-9849-C4A8511F911B}" type="presOf" srcId="{C9E81EE3-03CD-46B1-9E65-F4BE28AFDE7E}" destId="{ED03E2CF-1DA8-4314-BB41-01CC32346622}" srcOrd="1" destOrd="0" presId="urn:microsoft.com/office/officeart/2005/8/layout/radial5"/>
    <dgm:cxn modelId="{8DBC76CF-C949-44E2-A482-E2929A255CB8}" type="presOf" srcId="{E12EC3CA-B9D8-4E27-924E-F1F429893780}" destId="{390A5350-D243-49B3-87BC-A141FB8C2230}" srcOrd="0" destOrd="0" presId="urn:microsoft.com/office/officeart/2005/8/layout/radial5"/>
    <dgm:cxn modelId="{919CE6D7-B976-4EF0-95D7-09B7C22B2C2F}" type="presOf" srcId="{244E4C4E-4CC2-48F0-8885-046B6B536B88}" destId="{2ABD95F4-9517-4068-838A-6BC8A613EA2A}" srcOrd="1" destOrd="0" presId="urn:microsoft.com/office/officeart/2005/8/layout/radial5"/>
    <dgm:cxn modelId="{34372BDF-0E15-47CC-AC3D-DEA1938FB265}" type="presOf" srcId="{A05C93BF-9732-44CD-92EF-3B5A92EF076D}" destId="{BF84FA32-ED37-4EC4-BB65-1FE35CF1ADF9}" srcOrd="0" destOrd="0" presId="urn:microsoft.com/office/officeart/2005/8/layout/radial5"/>
    <dgm:cxn modelId="{2B772ADA-9A7A-4286-BC83-41E6918F217C}" type="presParOf" srcId="{B8913B12-7B4D-452A-94BF-36CE5BFF4381}" destId="{2698E565-8A87-4AF1-8F8F-F8F0B5B25CE5}" srcOrd="0" destOrd="0" presId="urn:microsoft.com/office/officeart/2005/8/layout/radial5"/>
    <dgm:cxn modelId="{88D56377-1447-4B24-AD1B-6729ED0C44FB}" type="presParOf" srcId="{B8913B12-7B4D-452A-94BF-36CE5BFF4381}" destId="{390A5350-D243-49B3-87BC-A141FB8C2230}" srcOrd="1" destOrd="0" presId="urn:microsoft.com/office/officeart/2005/8/layout/radial5"/>
    <dgm:cxn modelId="{900F6D48-A931-431E-8DB6-8694384DDF97}" type="presParOf" srcId="{390A5350-D243-49B3-87BC-A141FB8C2230}" destId="{15465CCB-2797-4B0C-96AC-DB25426D00AB}" srcOrd="0" destOrd="0" presId="urn:microsoft.com/office/officeart/2005/8/layout/radial5"/>
    <dgm:cxn modelId="{22EDC0FB-7364-49E6-B253-2B3595D65016}" type="presParOf" srcId="{B8913B12-7B4D-452A-94BF-36CE5BFF4381}" destId="{D10C8AA2-EB77-41FE-8068-4AD9E65D033A}" srcOrd="2" destOrd="0" presId="urn:microsoft.com/office/officeart/2005/8/layout/radial5"/>
    <dgm:cxn modelId="{02BD6A53-86BB-4956-89F7-4A1BA058ECF9}" type="presParOf" srcId="{B8913B12-7B4D-452A-94BF-36CE5BFF4381}" destId="{BF84FA32-ED37-4EC4-BB65-1FE35CF1ADF9}" srcOrd="3" destOrd="0" presId="urn:microsoft.com/office/officeart/2005/8/layout/radial5"/>
    <dgm:cxn modelId="{BCC23D75-B535-429D-9B7A-0AF2381E2265}" type="presParOf" srcId="{BF84FA32-ED37-4EC4-BB65-1FE35CF1ADF9}" destId="{FE9A24A5-2312-4C63-B019-E12F13FD8C79}" srcOrd="0" destOrd="0" presId="urn:microsoft.com/office/officeart/2005/8/layout/radial5"/>
    <dgm:cxn modelId="{DE759FB3-508F-4FC8-A901-55D9AB39AC9B}" type="presParOf" srcId="{B8913B12-7B4D-452A-94BF-36CE5BFF4381}" destId="{23A69B37-F3D5-483D-A026-8F3F4F67DC49}" srcOrd="4" destOrd="0" presId="urn:microsoft.com/office/officeart/2005/8/layout/radial5"/>
    <dgm:cxn modelId="{A9E450F7-7F83-4967-8540-5C47458B8EE0}" type="presParOf" srcId="{B8913B12-7B4D-452A-94BF-36CE5BFF4381}" destId="{26CBD3E4-690C-4F35-9D8A-B768F6670A9E}" srcOrd="5" destOrd="0" presId="urn:microsoft.com/office/officeart/2005/8/layout/radial5"/>
    <dgm:cxn modelId="{ADDD9ADE-FEA4-46F7-99C1-DCBC4AF207E6}" type="presParOf" srcId="{26CBD3E4-690C-4F35-9D8A-B768F6670A9E}" destId="{2ABD95F4-9517-4068-838A-6BC8A613EA2A}" srcOrd="0" destOrd="0" presId="urn:microsoft.com/office/officeart/2005/8/layout/radial5"/>
    <dgm:cxn modelId="{0CDB4647-4164-47BA-9348-CBADF9C82818}" type="presParOf" srcId="{B8913B12-7B4D-452A-94BF-36CE5BFF4381}" destId="{446529D9-21F4-4B2B-813B-41C9C3B9ECB6}" srcOrd="6" destOrd="0" presId="urn:microsoft.com/office/officeart/2005/8/layout/radial5"/>
    <dgm:cxn modelId="{A3337525-9818-4D48-B2D5-10DAFCDAE6A0}" type="presParOf" srcId="{B8913B12-7B4D-452A-94BF-36CE5BFF4381}" destId="{1B7F6A39-E54C-44A9-93C0-29ACE16595B2}" srcOrd="7" destOrd="0" presId="urn:microsoft.com/office/officeart/2005/8/layout/radial5"/>
    <dgm:cxn modelId="{7341F6E5-1567-4000-B130-9F9428CF28B3}" type="presParOf" srcId="{1B7F6A39-E54C-44A9-93C0-29ACE16595B2}" destId="{ED03E2CF-1DA8-4314-BB41-01CC32346622}" srcOrd="0" destOrd="0" presId="urn:microsoft.com/office/officeart/2005/8/layout/radial5"/>
    <dgm:cxn modelId="{16F7F140-A4BB-4FF5-A593-9CFD1055D5B3}" type="presParOf" srcId="{B8913B12-7B4D-452A-94BF-36CE5BFF4381}" destId="{86D0DC4D-75A7-4437-AEF7-2728B4B8F764}"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5" csCatId="colorful" phldr="1"/>
      <dgm:spPr/>
      <dgm:t>
        <a:bodyPr/>
        <a:lstStyle/>
        <a:p>
          <a:endParaRPr lang="en-US"/>
        </a:p>
      </dgm:t>
    </dgm:pt>
    <dgm:pt modelId="{D3D41388-37FB-4C00-AA3A-ABD17EBAF15F}">
      <dgm:prSet phldrT="[Text]" custT="1"/>
      <dgm:spPr/>
      <dgm:t>
        <a:bodyPr lIns="0" tIns="0" rIns="0" bIns="0"/>
        <a:lstStyle/>
        <a:p>
          <a:r>
            <a:rPr lang="en-US" sz="1400" dirty="0"/>
            <a:t>Classification</a:t>
          </a:r>
        </a:p>
      </dgm:t>
    </dgm:pt>
    <dgm:pt modelId="{196894A0-6ED9-418F-9D80-8BDC3024E295}" type="parTrans" cxnId="{34C1E64F-0B7C-4C30-81A1-DAA3CC4372C3}">
      <dgm:prSet/>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custT="1"/>
      <dgm:spPr/>
      <dgm:t>
        <a:bodyPr lIns="0" tIns="0" rIns="0" bIns="0"/>
        <a:lstStyle/>
        <a:p>
          <a:r>
            <a:rPr lang="en-US" sz="1400" dirty="0"/>
            <a:t>Regression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92C3FD97-8F40-48D0-BA19-1576532C4283}">
      <dgm:prSet phldrT="[Text]" custT="1"/>
      <dgm:spPr/>
      <dgm:t>
        <a:bodyPr lIns="0" rIns="0"/>
        <a:lstStyle/>
        <a:p>
          <a:r>
            <a:rPr lang="en-US" sz="1700" dirty="0"/>
            <a:t>Supervised Learning</a:t>
          </a:r>
        </a:p>
      </dgm:t>
    </dgm:pt>
    <dgm:pt modelId="{E94643E5-E0AC-4DC2-92A2-6A5F0427B9E6}" type="sibTrans" cxnId="{1B289C83-3182-4199-9F8F-53A27FC2453B}">
      <dgm:prSet/>
      <dgm:spPr/>
      <dgm:t>
        <a:bodyPr/>
        <a:lstStyle/>
        <a:p>
          <a:endParaRPr lang="en-US"/>
        </a:p>
      </dgm:t>
    </dgm:pt>
    <dgm:pt modelId="{A70219FE-C86B-49B1-A285-44D3289EA039}" type="parTrans" cxnId="{1B289C83-3182-4199-9F8F-53A27FC2453B}">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61787" custLinFactNeighborX="54392" custLinFactNeighborY="-25566"/>
      <dgm:spPr/>
    </dgm:pt>
    <dgm:pt modelId="{7245A132-5DFB-4116-8442-5AC24D7C6B23}" type="pres">
      <dgm:prSet presAssocID="{196894A0-6ED9-418F-9D80-8BDC3024E295}" presName="parTrans" presStyleLbl="sibTrans2D1" presStyleIdx="0" presStyleCnt="2"/>
      <dgm:spPr/>
    </dgm:pt>
    <dgm:pt modelId="{27254308-1F51-46C5-A564-103EDAC9274F}" type="pres">
      <dgm:prSet presAssocID="{196894A0-6ED9-418F-9D80-8BDC3024E295}" presName="connectorText" presStyleLbl="sibTrans2D1" presStyleIdx="0" presStyleCnt="2"/>
      <dgm:spPr/>
    </dgm:pt>
    <dgm:pt modelId="{AB2BAFAF-6E44-408A-98EC-5B9CB1218E0F}" type="pres">
      <dgm:prSet presAssocID="{D3D41388-37FB-4C00-AA3A-ABD17EBAF15F}" presName="node" presStyleLbl="node1" presStyleIdx="0" presStyleCnt="2" custScaleX="123888" custScaleY="104470" custRadScaleRad="68538" custRadScaleInc="-3455">
        <dgm:presLayoutVars>
          <dgm:bulletEnabled val="1"/>
        </dgm:presLayoutVars>
      </dgm:prSet>
      <dgm:spPr/>
    </dgm:pt>
    <dgm:pt modelId="{3FB79A28-1CEF-41B3-977D-DDC30B2DEF60}" type="pres">
      <dgm:prSet presAssocID="{C5C953AA-C167-434E-81D8-4FFA93E529E6}" presName="parTrans" presStyleLbl="sibTrans2D1" presStyleIdx="1" presStyleCnt="2"/>
      <dgm:spPr/>
    </dgm:pt>
    <dgm:pt modelId="{E64D4CA0-D6E2-43C2-938F-CD61FFA3DF9E}" type="pres">
      <dgm:prSet presAssocID="{C5C953AA-C167-434E-81D8-4FFA93E529E6}" presName="connectorText" presStyleLbl="sibTrans2D1" presStyleIdx="1" presStyleCnt="2"/>
      <dgm:spPr/>
    </dgm:pt>
    <dgm:pt modelId="{6D8CF351-8074-4D1F-BEAB-5FE945A17F5E}" type="pres">
      <dgm:prSet presAssocID="{850706A2-C1FF-446B-8343-7755A3AE5861}" presName="node" presStyleLbl="node1" presStyleIdx="1" presStyleCnt="2" custScaleX="114143" custRadScaleRad="43081" custRadScaleInc="-62218">
        <dgm:presLayoutVars>
          <dgm:bulletEnabled val="1"/>
        </dgm:presLayoutVars>
      </dgm:prSet>
      <dgm:spPr/>
    </dgm:pt>
  </dgm:ptLst>
  <dgm:cxnLst>
    <dgm:cxn modelId="{A03DE160-0996-451D-9105-FF5F4AAE634F}" type="presOf" srcId="{92C3FD97-8F40-48D0-BA19-1576532C4283}" destId="{9204CA6C-7B96-4237-9523-A1E783632F36}"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92AB1278-127F-4391-A905-EB98502FEBAE}" type="presOf" srcId="{196894A0-6ED9-418F-9D80-8BDC3024E295}" destId="{27254308-1F51-46C5-A564-103EDAC9274F}" srcOrd="1"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1B289C83-3182-4199-9F8F-53A27FC2453B}" srcId="{F99ABC0E-3000-4010-8FB5-885841074648}" destId="{92C3FD97-8F40-48D0-BA19-1576532C4283}" srcOrd="0" destOrd="0" parTransId="{A70219FE-C86B-49B1-A285-44D3289EA039}" sibTransId="{E94643E5-E0AC-4DC2-92A2-6A5F0427B9E6}"/>
    <dgm:cxn modelId="{D4514086-CD5D-4B65-8250-A2D490467646}" type="presOf" srcId="{F99ABC0E-3000-4010-8FB5-885841074648}" destId="{FD831607-ED38-49FD-8F53-9913534C7E30}" srcOrd="0" destOrd="0" presId="urn:microsoft.com/office/officeart/2005/8/layout/radial5"/>
    <dgm:cxn modelId="{4EDBD291-E9ED-4DE9-A245-FD2D8D652014}" type="presOf" srcId="{196894A0-6ED9-418F-9D80-8BDC3024E295}" destId="{7245A132-5DFB-4116-8442-5AC24D7C6B23}" srcOrd="0" destOrd="0" presId="urn:microsoft.com/office/officeart/2005/8/layout/radial5"/>
    <dgm:cxn modelId="{91F80A95-7510-4A93-B07A-33997A81B2EB}" type="presOf" srcId="{C5C953AA-C167-434E-81D8-4FFA93E529E6}" destId="{E64D4CA0-D6E2-43C2-938F-CD61FFA3DF9E}" srcOrd="1" destOrd="0" presId="urn:microsoft.com/office/officeart/2005/8/layout/radial5"/>
    <dgm:cxn modelId="{50443DA9-D9BE-4EB0-A75E-B0364C13A746}" type="presOf" srcId="{D3D41388-37FB-4C00-AA3A-ABD17EBAF15F}" destId="{AB2BAFAF-6E44-408A-98EC-5B9CB1218E0F}" srcOrd="0" destOrd="0" presId="urn:microsoft.com/office/officeart/2005/8/layout/radial5"/>
    <dgm:cxn modelId="{DD1C07AF-3F28-4EC9-832F-B0994997D471}" type="presOf" srcId="{C5C953AA-C167-434E-81D8-4FFA93E529E6}" destId="{3FB79A28-1CEF-41B3-977D-DDC30B2DEF60}" srcOrd="0" destOrd="0" presId="urn:microsoft.com/office/officeart/2005/8/layout/radial5"/>
    <dgm:cxn modelId="{BBF0EEDF-9DB4-4F0D-99A9-C04A5DC16F40}" type="presOf" srcId="{850706A2-C1FF-446B-8343-7755A3AE5861}" destId="{6D8CF351-8074-4D1F-BEAB-5FE945A17F5E}" srcOrd="0" destOrd="0" presId="urn:microsoft.com/office/officeart/2005/8/layout/radial5"/>
    <dgm:cxn modelId="{988F83C9-D465-41CD-A5F3-952E8E6ACCD3}" type="presParOf" srcId="{FD831607-ED38-49FD-8F53-9913534C7E30}" destId="{9204CA6C-7B96-4237-9523-A1E783632F36}" srcOrd="0" destOrd="0" presId="urn:microsoft.com/office/officeart/2005/8/layout/radial5"/>
    <dgm:cxn modelId="{904D02CE-70CE-4DF4-8227-A83C1954978D}" type="presParOf" srcId="{FD831607-ED38-49FD-8F53-9913534C7E30}" destId="{7245A132-5DFB-4116-8442-5AC24D7C6B23}" srcOrd="1" destOrd="0" presId="urn:microsoft.com/office/officeart/2005/8/layout/radial5"/>
    <dgm:cxn modelId="{08BCD1E4-0E5C-44A4-8C2D-BBAAC38D655C}" type="presParOf" srcId="{7245A132-5DFB-4116-8442-5AC24D7C6B23}" destId="{27254308-1F51-46C5-A564-103EDAC9274F}" srcOrd="0" destOrd="0" presId="urn:microsoft.com/office/officeart/2005/8/layout/radial5"/>
    <dgm:cxn modelId="{E0299FA3-7C66-4BE2-9536-4D7138573A45}" type="presParOf" srcId="{FD831607-ED38-49FD-8F53-9913534C7E30}" destId="{AB2BAFAF-6E44-408A-98EC-5B9CB1218E0F}" srcOrd="2" destOrd="0" presId="urn:microsoft.com/office/officeart/2005/8/layout/radial5"/>
    <dgm:cxn modelId="{1CCBF01E-172F-497D-A426-B5842308EC4B}" type="presParOf" srcId="{FD831607-ED38-49FD-8F53-9913534C7E30}" destId="{3FB79A28-1CEF-41B3-977D-DDC30B2DEF60}" srcOrd="3" destOrd="0" presId="urn:microsoft.com/office/officeart/2005/8/layout/radial5"/>
    <dgm:cxn modelId="{8F271E0E-869C-439E-BCD0-393FCAA9794E}" type="presParOf" srcId="{3FB79A28-1CEF-41B3-977D-DDC30B2DEF60}" destId="{E64D4CA0-D6E2-43C2-938F-CD61FFA3DF9E}" srcOrd="0" destOrd="0" presId="urn:microsoft.com/office/officeart/2005/8/layout/radial5"/>
    <dgm:cxn modelId="{08CF4B2C-CCE9-40F9-A411-04574FA8FC65}" type="presParOf" srcId="{FD831607-ED38-49FD-8F53-9913534C7E30}" destId="{6D8CF351-8074-4D1F-BEAB-5FE945A17F5E}" srcOrd="4" destOrd="0" presId="urn:microsoft.com/office/officeart/2005/8/layout/radial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99ABC0E-3000-4010-8FB5-885841074648}"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en-US"/>
        </a:p>
      </dgm:t>
    </dgm:pt>
    <dgm:pt modelId="{92C3FD97-8F40-48D0-BA19-1576532C4283}">
      <dgm:prSet phldrT="[Text]" custT="1"/>
      <dgm:spPr>
        <a:solidFill>
          <a:srgbClr val="1BB8B0"/>
        </a:solidFill>
      </dgm:spPr>
      <dgm:t>
        <a:bodyPr/>
        <a:lstStyle/>
        <a:p>
          <a:r>
            <a:rPr lang="en-US" sz="1650" dirty="0"/>
            <a:t>Unsupervised Learning</a:t>
          </a:r>
        </a:p>
      </dgm:t>
    </dgm:pt>
    <dgm:pt modelId="{A70219FE-C86B-49B1-A285-44D3289EA039}" type="parTrans" cxnId="{1B289C83-3182-4199-9F8F-53A27FC2453B}">
      <dgm:prSet/>
      <dgm:spPr/>
      <dgm:t>
        <a:bodyPr/>
        <a:lstStyle/>
        <a:p>
          <a:endParaRPr lang="en-US"/>
        </a:p>
      </dgm:t>
    </dgm:pt>
    <dgm:pt modelId="{E94643E5-E0AC-4DC2-92A2-6A5F0427B9E6}" type="sibTrans" cxnId="{1B289C83-3182-4199-9F8F-53A27FC2453B}">
      <dgm:prSet/>
      <dgm:spPr/>
      <dgm:t>
        <a:bodyPr/>
        <a:lstStyle/>
        <a:p>
          <a:endParaRPr lang="en-US"/>
        </a:p>
      </dgm:t>
    </dgm:pt>
    <dgm:pt modelId="{D3D41388-37FB-4C00-AA3A-ABD17EBAF15F}">
      <dgm:prSet phldrT="[Text]" custT="1"/>
      <dgm:spPr>
        <a:solidFill>
          <a:srgbClr val="92D050"/>
        </a:solidFill>
      </dgm:spPr>
      <dgm:t>
        <a:bodyPr/>
        <a:lstStyle/>
        <a:p>
          <a:r>
            <a:rPr lang="en-US" sz="1400" dirty="0"/>
            <a:t>Clustering</a:t>
          </a:r>
          <a:endParaRPr lang="en-US" sz="1000" dirty="0"/>
        </a:p>
      </dgm:t>
    </dgm:pt>
    <dgm:pt modelId="{196894A0-6ED9-418F-9D80-8BDC3024E295}" type="parTrans" cxnId="{34C1E64F-0B7C-4C30-81A1-DAA3CC4372C3}">
      <dgm:prSet/>
      <dgm:spPr>
        <a:solidFill>
          <a:srgbClr val="92D050"/>
        </a:solidFill>
      </dgm:spPr>
      <dgm:t>
        <a:bodyPr/>
        <a:lstStyle/>
        <a:p>
          <a:endParaRPr lang="en-US"/>
        </a:p>
      </dgm:t>
    </dgm:pt>
    <dgm:pt modelId="{FE214861-013D-4285-8682-016E5C731AD6}" type="sibTrans" cxnId="{34C1E64F-0B7C-4C30-81A1-DAA3CC4372C3}">
      <dgm:prSet/>
      <dgm:spPr/>
      <dgm:t>
        <a:bodyPr/>
        <a:lstStyle/>
        <a:p>
          <a:endParaRPr lang="en-US"/>
        </a:p>
      </dgm:t>
    </dgm:pt>
    <dgm:pt modelId="{850706A2-C1FF-446B-8343-7755A3AE5861}">
      <dgm:prSet phldrT="[Text]"/>
      <dgm:spPr/>
      <dgm:t>
        <a:bodyPr/>
        <a:lstStyle/>
        <a:p>
          <a:r>
            <a:rPr lang="en-US" dirty="0"/>
            <a:t>Dimensionality Reduction</a:t>
          </a:r>
        </a:p>
      </dgm:t>
    </dgm:pt>
    <dgm:pt modelId="{C5C953AA-C167-434E-81D8-4FFA93E529E6}" type="parTrans" cxnId="{B770617C-9472-4029-A660-186764C81120}">
      <dgm:prSet/>
      <dgm:spPr/>
      <dgm:t>
        <a:bodyPr/>
        <a:lstStyle/>
        <a:p>
          <a:endParaRPr lang="en-US"/>
        </a:p>
      </dgm:t>
    </dgm:pt>
    <dgm:pt modelId="{4E60811D-4CEF-465A-A7D9-3424BD492611}" type="sibTrans" cxnId="{B770617C-9472-4029-A660-186764C81120}">
      <dgm:prSet/>
      <dgm:spPr/>
      <dgm:t>
        <a:bodyPr/>
        <a:lstStyle/>
        <a:p>
          <a:endParaRPr lang="en-US"/>
        </a:p>
      </dgm:t>
    </dgm:pt>
    <dgm:pt modelId="{59568E72-F5E7-465D-B57B-4E0BC09BF78B}">
      <dgm:prSet phldrT="[Text]"/>
      <dgm:spPr/>
      <dgm:t>
        <a:bodyPr/>
        <a:lstStyle/>
        <a:p>
          <a:r>
            <a:rPr lang="en-US" dirty="0"/>
            <a:t>Association Rules</a:t>
          </a:r>
        </a:p>
      </dgm:t>
    </dgm:pt>
    <dgm:pt modelId="{E8021B93-AA97-4678-9EB1-2DB12C5AD4E3}" type="parTrans" cxnId="{015C41D4-2D56-487E-8928-84E56F5336C7}">
      <dgm:prSet/>
      <dgm:spPr/>
      <dgm:t>
        <a:bodyPr/>
        <a:lstStyle/>
        <a:p>
          <a:endParaRPr lang="en-US"/>
        </a:p>
      </dgm:t>
    </dgm:pt>
    <dgm:pt modelId="{A0657A42-E3E8-4E75-AE09-973AB3684D5D}" type="sibTrans" cxnId="{015C41D4-2D56-487E-8928-84E56F5336C7}">
      <dgm:prSet/>
      <dgm:spPr/>
      <dgm:t>
        <a:bodyPr/>
        <a:lstStyle/>
        <a:p>
          <a:endParaRPr lang="en-US"/>
        </a:p>
      </dgm:t>
    </dgm:pt>
    <dgm:pt modelId="{FD831607-ED38-49FD-8F53-9913534C7E30}" type="pres">
      <dgm:prSet presAssocID="{F99ABC0E-3000-4010-8FB5-885841074648}" presName="Name0" presStyleCnt="0">
        <dgm:presLayoutVars>
          <dgm:chMax val="1"/>
          <dgm:dir/>
          <dgm:animLvl val="ctr"/>
          <dgm:resizeHandles val="exact"/>
        </dgm:presLayoutVars>
      </dgm:prSet>
      <dgm:spPr/>
    </dgm:pt>
    <dgm:pt modelId="{9204CA6C-7B96-4237-9523-A1E783632F36}" type="pres">
      <dgm:prSet presAssocID="{92C3FD97-8F40-48D0-BA19-1576532C4283}" presName="centerShape" presStyleLbl="node0" presStyleIdx="0" presStyleCnt="1" custScaleX="177418" custLinFactNeighborX="-12154" custLinFactNeighborY="-44191"/>
      <dgm:spPr/>
    </dgm:pt>
    <dgm:pt modelId="{7245A132-5DFB-4116-8442-5AC24D7C6B23}" type="pres">
      <dgm:prSet presAssocID="{196894A0-6ED9-418F-9D80-8BDC3024E295}" presName="parTrans" presStyleLbl="sibTrans2D1" presStyleIdx="0" presStyleCnt="3"/>
      <dgm:spPr/>
    </dgm:pt>
    <dgm:pt modelId="{27254308-1F51-46C5-A564-103EDAC9274F}" type="pres">
      <dgm:prSet presAssocID="{196894A0-6ED9-418F-9D80-8BDC3024E295}" presName="connectorText" presStyleLbl="sibTrans2D1" presStyleIdx="0" presStyleCnt="3"/>
      <dgm:spPr/>
    </dgm:pt>
    <dgm:pt modelId="{AB2BAFAF-6E44-408A-98EC-5B9CB1218E0F}" type="pres">
      <dgm:prSet presAssocID="{D3D41388-37FB-4C00-AA3A-ABD17EBAF15F}" presName="node" presStyleLbl="node1" presStyleIdx="0" presStyleCnt="3" custRadScaleRad="152792" custRadScaleInc="62362">
        <dgm:presLayoutVars>
          <dgm:bulletEnabled val="1"/>
        </dgm:presLayoutVars>
      </dgm:prSet>
      <dgm:spPr/>
    </dgm:pt>
    <dgm:pt modelId="{3FB79A28-1CEF-41B3-977D-DDC30B2DEF60}" type="pres">
      <dgm:prSet presAssocID="{C5C953AA-C167-434E-81D8-4FFA93E529E6}" presName="parTrans" presStyleLbl="sibTrans2D1" presStyleIdx="1" presStyleCnt="3"/>
      <dgm:spPr/>
    </dgm:pt>
    <dgm:pt modelId="{E64D4CA0-D6E2-43C2-938F-CD61FFA3DF9E}" type="pres">
      <dgm:prSet presAssocID="{C5C953AA-C167-434E-81D8-4FFA93E529E6}" presName="connectorText" presStyleLbl="sibTrans2D1" presStyleIdx="1" presStyleCnt="3"/>
      <dgm:spPr/>
    </dgm:pt>
    <dgm:pt modelId="{6D8CF351-8074-4D1F-BEAB-5FE945A17F5E}" type="pres">
      <dgm:prSet presAssocID="{850706A2-C1FF-446B-8343-7755A3AE5861}" presName="node" presStyleLbl="node1" presStyleIdx="1" presStyleCnt="3" custRadScaleRad="77653" custRadScaleInc="-63528">
        <dgm:presLayoutVars>
          <dgm:bulletEnabled val="1"/>
        </dgm:presLayoutVars>
      </dgm:prSet>
      <dgm:spPr/>
    </dgm:pt>
    <dgm:pt modelId="{08CE5EAF-7FBB-4A20-B85D-DCDD82F8F2FC}" type="pres">
      <dgm:prSet presAssocID="{E8021B93-AA97-4678-9EB1-2DB12C5AD4E3}" presName="parTrans" presStyleLbl="sibTrans2D1" presStyleIdx="2" presStyleCnt="3"/>
      <dgm:spPr/>
    </dgm:pt>
    <dgm:pt modelId="{620E3517-3CA0-4F68-878E-0147A4D5DED7}" type="pres">
      <dgm:prSet presAssocID="{E8021B93-AA97-4678-9EB1-2DB12C5AD4E3}" presName="connectorText" presStyleLbl="sibTrans2D1" presStyleIdx="2" presStyleCnt="3"/>
      <dgm:spPr/>
    </dgm:pt>
    <dgm:pt modelId="{E2F1F81C-98EB-44AA-B7F9-EC704190D7CF}" type="pres">
      <dgm:prSet presAssocID="{59568E72-F5E7-465D-B57B-4E0BC09BF78B}" presName="node" presStyleLbl="node1" presStyleIdx="2" presStyleCnt="3" custRadScaleRad="31044" custRadScaleInc="-20792">
        <dgm:presLayoutVars>
          <dgm:bulletEnabled val="1"/>
        </dgm:presLayoutVars>
      </dgm:prSet>
      <dgm:spPr/>
    </dgm:pt>
  </dgm:ptLst>
  <dgm:cxnLst>
    <dgm:cxn modelId="{4CA3B713-4CCA-49F4-9D12-0DF0FEA79E6C}" type="presOf" srcId="{92C3FD97-8F40-48D0-BA19-1576532C4283}" destId="{9204CA6C-7B96-4237-9523-A1E783632F36}" srcOrd="0" destOrd="0" presId="urn:microsoft.com/office/officeart/2005/8/layout/radial5"/>
    <dgm:cxn modelId="{F96BCB19-ED5B-4B15-BF9C-7DACDCCEC216}" type="presOf" srcId="{196894A0-6ED9-418F-9D80-8BDC3024E295}" destId="{7245A132-5DFB-4116-8442-5AC24D7C6B23}" srcOrd="0" destOrd="0" presId="urn:microsoft.com/office/officeart/2005/8/layout/radial5"/>
    <dgm:cxn modelId="{21CB3339-9A1A-4513-8898-DAD052BA8C4A}" type="presOf" srcId="{E8021B93-AA97-4678-9EB1-2DB12C5AD4E3}" destId="{620E3517-3CA0-4F68-878E-0147A4D5DED7}" srcOrd="1" destOrd="0" presId="urn:microsoft.com/office/officeart/2005/8/layout/radial5"/>
    <dgm:cxn modelId="{9EB90A66-296D-492C-92D5-532376ED35C7}" type="presOf" srcId="{D3D41388-37FB-4C00-AA3A-ABD17EBAF15F}" destId="{AB2BAFAF-6E44-408A-98EC-5B9CB1218E0F}" srcOrd="0" destOrd="0" presId="urn:microsoft.com/office/officeart/2005/8/layout/radial5"/>
    <dgm:cxn modelId="{34C1E64F-0B7C-4C30-81A1-DAA3CC4372C3}" srcId="{92C3FD97-8F40-48D0-BA19-1576532C4283}" destId="{D3D41388-37FB-4C00-AA3A-ABD17EBAF15F}" srcOrd="0" destOrd="0" parTransId="{196894A0-6ED9-418F-9D80-8BDC3024E295}" sibTransId="{FE214861-013D-4285-8682-016E5C731AD6}"/>
    <dgm:cxn modelId="{F6215056-DC98-41E3-B654-1D2A11296AF4}" type="presOf" srcId="{850706A2-C1FF-446B-8343-7755A3AE5861}" destId="{6D8CF351-8074-4D1F-BEAB-5FE945A17F5E}" srcOrd="0" destOrd="0" presId="urn:microsoft.com/office/officeart/2005/8/layout/radial5"/>
    <dgm:cxn modelId="{B770617C-9472-4029-A660-186764C81120}" srcId="{92C3FD97-8F40-48D0-BA19-1576532C4283}" destId="{850706A2-C1FF-446B-8343-7755A3AE5861}" srcOrd="1" destOrd="0" parTransId="{C5C953AA-C167-434E-81D8-4FFA93E529E6}" sibTransId="{4E60811D-4CEF-465A-A7D9-3424BD492611}"/>
    <dgm:cxn modelId="{7E9F117D-0FD4-4199-BFC3-928D9D713231}" type="presOf" srcId="{F99ABC0E-3000-4010-8FB5-885841074648}" destId="{FD831607-ED38-49FD-8F53-9913534C7E30}" srcOrd="0" destOrd="0" presId="urn:microsoft.com/office/officeart/2005/8/layout/radial5"/>
    <dgm:cxn modelId="{1B289C83-3182-4199-9F8F-53A27FC2453B}" srcId="{F99ABC0E-3000-4010-8FB5-885841074648}" destId="{92C3FD97-8F40-48D0-BA19-1576532C4283}" srcOrd="0" destOrd="0" parTransId="{A70219FE-C86B-49B1-A285-44D3289EA039}" sibTransId="{E94643E5-E0AC-4DC2-92A2-6A5F0427B9E6}"/>
    <dgm:cxn modelId="{8B3FB989-2329-4AFA-9EFB-1091A1DCE3C3}" type="presOf" srcId="{196894A0-6ED9-418F-9D80-8BDC3024E295}" destId="{27254308-1F51-46C5-A564-103EDAC9274F}" srcOrd="1" destOrd="0" presId="urn:microsoft.com/office/officeart/2005/8/layout/radial5"/>
    <dgm:cxn modelId="{E22DCF8B-8818-4FD9-A12A-75429121BAC5}" type="presOf" srcId="{E8021B93-AA97-4678-9EB1-2DB12C5AD4E3}" destId="{08CE5EAF-7FBB-4A20-B85D-DCDD82F8F2FC}" srcOrd="0" destOrd="0" presId="urn:microsoft.com/office/officeart/2005/8/layout/radial5"/>
    <dgm:cxn modelId="{F595ACAB-B2CD-4247-A969-3052EEDF5913}" type="presOf" srcId="{C5C953AA-C167-434E-81D8-4FFA93E529E6}" destId="{3FB79A28-1CEF-41B3-977D-DDC30B2DEF60}" srcOrd="0" destOrd="0" presId="urn:microsoft.com/office/officeart/2005/8/layout/radial5"/>
    <dgm:cxn modelId="{015C41D4-2D56-487E-8928-84E56F5336C7}" srcId="{92C3FD97-8F40-48D0-BA19-1576532C4283}" destId="{59568E72-F5E7-465D-B57B-4E0BC09BF78B}" srcOrd="2" destOrd="0" parTransId="{E8021B93-AA97-4678-9EB1-2DB12C5AD4E3}" sibTransId="{A0657A42-E3E8-4E75-AE09-973AB3684D5D}"/>
    <dgm:cxn modelId="{CAF238F0-06ED-4EAC-B29F-3471C72C5F9F}" type="presOf" srcId="{59568E72-F5E7-465D-B57B-4E0BC09BF78B}" destId="{E2F1F81C-98EB-44AA-B7F9-EC704190D7CF}" srcOrd="0" destOrd="0" presId="urn:microsoft.com/office/officeart/2005/8/layout/radial5"/>
    <dgm:cxn modelId="{B2413AFD-2FBE-4969-9386-9BC0FA8D625F}" type="presOf" srcId="{C5C953AA-C167-434E-81D8-4FFA93E529E6}" destId="{E64D4CA0-D6E2-43C2-938F-CD61FFA3DF9E}" srcOrd="1" destOrd="0" presId="urn:microsoft.com/office/officeart/2005/8/layout/radial5"/>
    <dgm:cxn modelId="{5FAD396B-9349-4ED9-A517-797189C40F87}" type="presParOf" srcId="{FD831607-ED38-49FD-8F53-9913534C7E30}" destId="{9204CA6C-7B96-4237-9523-A1E783632F36}" srcOrd="0" destOrd="0" presId="urn:microsoft.com/office/officeart/2005/8/layout/radial5"/>
    <dgm:cxn modelId="{1D7828DB-09A5-4DA0-9BF8-DFDDCB8E925B}" type="presParOf" srcId="{FD831607-ED38-49FD-8F53-9913534C7E30}" destId="{7245A132-5DFB-4116-8442-5AC24D7C6B23}" srcOrd="1" destOrd="0" presId="urn:microsoft.com/office/officeart/2005/8/layout/radial5"/>
    <dgm:cxn modelId="{0C2340CB-F10A-4633-82E7-CADF12879DDB}" type="presParOf" srcId="{7245A132-5DFB-4116-8442-5AC24D7C6B23}" destId="{27254308-1F51-46C5-A564-103EDAC9274F}" srcOrd="0" destOrd="0" presId="urn:microsoft.com/office/officeart/2005/8/layout/radial5"/>
    <dgm:cxn modelId="{7699B85F-A063-4DDF-80C2-7BBC265138DB}" type="presParOf" srcId="{FD831607-ED38-49FD-8F53-9913534C7E30}" destId="{AB2BAFAF-6E44-408A-98EC-5B9CB1218E0F}" srcOrd="2" destOrd="0" presId="urn:microsoft.com/office/officeart/2005/8/layout/radial5"/>
    <dgm:cxn modelId="{3F706AB0-28B6-46EE-B310-8DAA0FF4D28B}" type="presParOf" srcId="{FD831607-ED38-49FD-8F53-9913534C7E30}" destId="{3FB79A28-1CEF-41B3-977D-DDC30B2DEF60}" srcOrd="3" destOrd="0" presId="urn:microsoft.com/office/officeart/2005/8/layout/radial5"/>
    <dgm:cxn modelId="{D12F69CD-9790-4584-BA6A-4617ADF8C3F2}" type="presParOf" srcId="{3FB79A28-1CEF-41B3-977D-DDC30B2DEF60}" destId="{E64D4CA0-D6E2-43C2-938F-CD61FFA3DF9E}" srcOrd="0" destOrd="0" presId="urn:microsoft.com/office/officeart/2005/8/layout/radial5"/>
    <dgm:cxn modelId="{8DC28B71-FEC4-45BA-916C-1A8E98E5AEBA}" type="presParOf" srcId="{FD831607-ED38-49FD-8F53-9913534C7E30}" destId="{6D8CF351-8074-4D1F-BEAB-5FE945A17F5E}" srcOrd="4" destOrd="0" presId="urn:microsoft.com/office/officeart/2005/8/layout/radial5"/>
    <dgm:cxn modelId="{B4F3666D-69FB-4EB2-81E5-378945BE550A}" type="presParOf" srcId="{FD831607-ED38-49FD-8F53-9913534C7E30}" destId="{08CE5EAF-7FBB-4A20-B85D-DCDD82F8F2FC}" srcOrd="5" destOrd="0" presId="urn:microsoft.com/office/officeart/2005/8/layout/radial5"/>
    <dgm:cxn modelId="{0B2E8537-28A3-4D9F-ACE1-91267DDC2369}" type="presParOf" srcId="{08CE5EAF-7FBB-4A20-B85D-DCDD82F8F2FC}" destId="{620E3517-3CA0-4F68-878E-0147A4D5DED7}" srcOrd="0" destOrd="0" presId="urn:microsoft.com/office/officeart/2005/8/layout/radial5"/>
    <dgm:cxn modelId="{2E643ACA-0D12-45A6-AB50-BD37E9293094}" type="presParOf" srcId="{FD831607-ED38-49FD-8F53-9913534C7E30}" destId="{E2F1F81C-98EB-44AA-B7F9-EC704190D7CF}" srcOrd="6" destOrd="0" presId="urn:microsoft.com/office/officeart/2005/8/layout/radial5"/>
  </dgm:cxnLst>
  <dgm:bg/>
  <dgm:whole/>
  <dgm:extLst>
    <a:ext uri="http://schemas.microsoft.com/office/drawing/2008/diagram">
      <dsp:dataModelExt xmlns:dsp="http://schemas.microsoft.com/office/drawing/2008/diagram" relId="rId1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8E565-8A87-4AF1-8F8F-F8F0B5B25CE5}">
      <dsp:nvSpPr>
        <dsp:cNvPr id="0" name=""/>
        <dsp:cNvSpPr/>
      </dsp:nvSpPr>
      <dsp:spPr>
        <a:xfrm>
          <a:off x="4330030" y="604663"/>
          <a:ext cx="2312724" cy="202626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kern="1200" dirty="0"/>
            <a:t>Machine Learning</a:t>
          </a:r>
        </a:p>
      </dsp:txBody>
      <dsp:txXfrm>
        <a:off x="4668721" y="901402"/>
        <a:ext cx="1635342" cy="1432782"/>
      </dsp:txXfrm>
    </dsp:sp>
    <dsp:sp modelId="{390A5350-D243-49B3-87BC-A141FB8C2230}">
      <dsp:nvSpPr>
        <dsp:cNvPr id="0" name=""/>
        <dsp:cNvSpPr/>
      </dsp:nvSpPr>
      <dsp:spPr>
        <a:xfrm rot="11775934">
          <a:off x="3348134" y="901898"/>
          <a:ext cx="755283" cy="40440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3467028" y="999770"/>
        <a:ext cx="633961" cy="242645"/>
      </dsp:txXfrm>
    </dsp:sp>
    <dsp:sp modelId="{D10C8AA2-EB77-41FE-8068-4AD9E65D033A}">
      <dsp:nvSpPr>
        <dsp:cNvPr id="0" name=""/>
        <dsp:cNvSpPr/>
      </dsp:nvSpPr>
      <dsp:spPr>
        <a:xfrm>
          <a:off x="2896433" y="820691"/>
          <a:ext cx="127675" cy="12012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a:t>
          </a:r>
        </a:p>
      </dsp:txBody>
      <dsp:txXfrm>
        <a:off x="2915131" y="838283"/>
        <a:ext cx="90279" cy="84939"/>
      </dsp:txXfrm>
    </dsp:sp>
    <dsp:sp modelId="{BF84FA32-ED37-4EC4-BB65-1FE35CF1ADF9}">
      <dsp:nvSpPr>
        <dsp:cNvPr id="0" name=""/>
        <dsp:cNvSpPr/>
      </dsp:nvSpPr>
      <dsp:spPr>
        <a:xfrm rot="20458551">
          <a:off x="6799890" y="850570"/>
          <a:ext cx="650388" cy="404407"/>
        </a:xfrm>
        <a:prstGeom prst="rightArrow">
          <a:avLst>
            <a:gd name="adj1" fmla="val 60000"/>
            <a:gd name="adj2" fmla="val 50000"/>
          </a:avLst>
        </a:prstGeom>
        <a:solidFill>
          <a:schemeClr val="accent4">
            <a:hueOff val="407026"/>
            <a:satOff val="-15508"/>
            <a:lumOff val="771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803203" y="951224"/>
        <a:ext cx="529066" cy="242645"/>
      </dsp:txXfrm>
    </dsp:sp>
    <dsp:sp modelId="{23A69B37-F3D5-483D-A026-8F3F4F67DC49}">
      <dsp:nvSpPr>
        <dsp:cNvPr id="0" name=""/>
        <dsp:cNvSpPr/>
      </dsp:nvSpPr>
      <dsp:spPr>
        <a:xfrm>
          <a:off x="7718649" y="766040"/>
          <a:ext cx="127675" cy="120123"/>
        </a:xfrm>
        <a:prstGeom prst="ellipse">
          <a:avLst/>
        </a:prstGeom>
        <a:solidFill>
          <a:schemeClr val="accent4">
            <a:hueOff val="407026"/>
            <a:satOff val="-15508"/>
            <a:lumOff val="77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a:t>
          </a:r>
        </a:p>
      </dsp:txBody>
      <dsp:txXfrm>
        <a:off x="7737347" y="783632"/>
        <a:ext cx="90279" cy="84939"/>
      </dsp:txXfrm>
    </dsp:sp>
    <dsp:sp modelId="{26CBD3E4-690C-4F35-9D8A-B768F6670A9E}">
      <dsp:nvSpPr>
        <dsp:cNvPr id="0" name=""/>
        <dsp:cNvSpPr/>
      </dsp:nvSpPr>
      <dsp:spPr>
        <a:xfrm rot="3069919">
          <a:off x="6199197" y="2690661"/>
          <a:ext cx="627297" cy="404407"/>
        </a:xfrm>
        <a:prstGeom prst="rightArrow">
          <a:avLst>
            <a:gd name="adj1" fmla="val 60000"/>
            <a:gd name="adj2" fmla="val 50000"/>
          </a:avLst>
        </a:prstGeom>
        <a:solidFill>
          <a:schemeClr val="accent4">
            <a:hueOff val="814052"/>
            <a:satOff val="-31015"/>
            <a:lumOff val="1542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221819" y="2724290"/>
        <a:ext cx="505975" cy="242645"/>
      </dsp:txXfrm>
    </dsp:sp>
    <dsp:sp modelId="{446529D9-21F4-4B2B-813B-41C9C3B9ECB6}">
      <dsp:nvSpPr>
        <dsp:cNvPr id="0" name=""/>
        <dsp:cNvSpPr/>
      </dsp:nvSpPr>
      <dsp:spPr>
        <a:xfrm>
          <a:off x="6134476" y="3340963"/>
          <a:ext cx="2260379" cy="971636"/>
        </a:xfrm>
        <a:prstGeom prst="ellipse">
          <a:avLst/>
        </a:prstGeom>
        <a:solidFill>
          <a:schemeClr val="accent4">
            <a:hueOff val="814052"/>
            <a:satOff val="-31015"/>
            <a:lumOff val="154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Reinforcement Learning</a:t>
          </a:r>
        </a:p>
      </dsp:txBody>
      <dsp:txXfrm>
        <a:off x="6465501" y="3483256"/>
        <a:ext cx="1598329" cy="687050"/>
      </dsp:txXfrm>
    </dsp:sp>
    <dsp:sp modelId="{1B7F6A39-E54C-44A9-93C0-29ACE16595B2}">
      <dsp:nvSpPr>
        <dsp:cNvPr id="0" name=""/>
        <dsp:cNvSpPr/>
      </dsp:nvSpPr>
      <dsp:spPr>
        <a:xfrm rot="7561822">
          <a:off x="4248863" y="2709104"/>
          <a:ext cx="593374" cy="404407"/>
        </a:xfrm>
        <a:prstGeom prst="rightArrow">
          <a:avLst>
            <a:gd name="adj1" fmla="val 60000"/>
            <a:gd name="adj2" fmla="val 50000"/>
          </a:avLst>
        </a:prstGeom>
        <a:solidFill>
          <a:schemeClr val="accent4">
            <a:hueOff val="1221077"/>
            <a:satOff val="-46523"/>
            <a:lumOff val="2313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4345206" y="2740928"/>
        <a:ext cx="472052" cy="242645"/>
      </dsp:txXfrm>
    </dsp:sp>
    <dsp:sp modelId="{86D0DC4D-75A7-4437-AEF7-2728B4B8F764}">
      <dsp:nvSpPr>
        <dsp:cNvPr id="0" name=""/>
        <dsp:cNvSpPr/>
      </dsp:nvSpPr>
      <dsp:spPr>
        <a:xfrm>
          <a:off x="2822105" y="3349844"/>
          <a:ext cx="2083376" cy="997555"/>
        </a:xfrm>
        <a:prstGeom prst="ellipse">
          <a:avLst/>
        </a:prstGeom>
        <a:solidFill>
          <a:schemeClr val="accent4">
            <a:hueOff val="1221077"/>
            <a:satOff val="-46523"/>
            <a:lumOff val="231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Semi supervised Learning</a:t>
          </a:r>
          <a:endParaRPr lang="en-US" sz="1400" kern="1200" dirty="0"/>
        </a:p>
      </dsp:txBody>
      <dsp:txXfrm>
        <a:off x="3127208" y="3495933"/>
        <a:ext cx="1473170" cy="7053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hueOff val="414507"/>
            <a:satOff val="39495"/>
            <a:lumOff val="-16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hueOff val="414507"/>
            <a:satOff val="39495"/>
            <a:lumOff val="-1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5">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hueOff val="414507"/>
            <a:satOff val="39495"/>
            <a:lumOff val="-16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hueOff val="414507"/>
            <a:satOff val="39495"/>
            <a:lumOff val="-1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5">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hueOff val="414507"/>
            <a:satOff val="39495"/>
            <a:lumOff val="-1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hueOff val="414507"/>
            <a:satOff val="39495"/>
            <a:lumOff val="-16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hueOff val="414507"/>
            <a:satOff val="39495"/>
            <a:lumOff val="-1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8E565-8A87-4AF1-8F8F-F8F0B5B25CE5}">
      <dsp:nvSpPr>
        <dsp:cNvPr id="0" name=""/>
        <dsp:cNvSpPr/>
      </dsp:nvSpPr>
      <dsp:spPr>
        <a:xfrm>
          <a:off x="4330030" y="604663"/>
          <a:ext cx="2312724" cy="202626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kern="1200" dirty="0"/>
            <a:t>Machine Learning</a:t>
          </a:r>
        </a:p>
      </dsp:txBody>
      <dsp:txXfrm>
        <a:off x="4668721" y="901402"/>
        <a:ext cx="1635342" cy="1432782"/>
      </dsp:txXfrm>
    </dsp:sp>
    <dsp:sp modelId="{390A5350-D243-49B3-87BC-A141FB8C2230}">
      <dsp:nvSpPr>
        <dsp:cNvPr id="0" name=""/>
        <dsp:cNvSpPr/>
      </dsp:nvSpPr>
      <dsp:spPr>
        <a:xfrm rot="11775934">
          <a:off x="3348134" y="901898"/>
          <a:ext cx="755283" cy="40440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3467028" y="999770"/>
        <a:ext cx="633961" cy="242645"/>
      </dsp:txXfrm>
    </dsp:sp>
    <dsp:sp modelId="{D10C8AA2-EB77-41FE-8068-4AD9E65D033A}">
      <dsp:nvSpPr>
        <dsp:cNvPr id="0" name=""/>
        <dsp:cNvSpPr/>
      </dsp:nvSpPr>
      <dsp:spPr>
        <a:xfrm>
          <a:off x="2896433" y="820691"/>
          <a:ext cx="127675" cy="12012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a:t>
          </a:r>
        </a:p>
      </dsp:txBody>
      <dsp:txXfrm>
        <a:off x="2915131" y="838283"/>
        <a:ext cx="90279" cy="84939"/>
      </dsp:txXfrm>
    </dsp:sp>
    <dsp:sp modelId="{BF84FA32-ED37-4EC4-BB65-1FE35CF1ADF9}">
      <dsp:nvSpPr>
        <dsp:cNvPr id="0" name=""/>
        <dsp:cNvSpPr/>
      </dsp:nvSpPr>
      <dsp:spPr>
        <a:xfrm rot="20458551">
          <a:off x="6799890" y="850570"/>
          <a:ext cx="650388" cy="404407"/>
        </a:xfrm>
        <a:prstGeom prst="rightArrow">
          <a:avLst>
            <a:gd name="adj1" fmla="val 60000"/>
            <a:gd name="adj2" fmla="val 50000"/>
          </a:avLst>
        </a:prstGeom>
        <a:solidFill>
          <a:schemeClr val="accent4">
            <a:hueOff val="407026"/>
            <a:satOff val="-15508"/>
            <a:lumOff val="771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803203" y="951224"/>
        <a:ext cx="529066" cy="242645"/>
      </dsp:txXfrm>
    </dsp:sp>
    <dsp:sp modelId="{23A69B37-F3D5-483D-A026-8F3F4F67DC49}">
      <dsp:nvSpPr>
        <dsp:cNvPr id="0" name=""/>
        <dsp:cNvSpPr/>
      </dsp:nvSpPr>
      <dsp:spPr>
        <a:xfrm>
          <a:off x="7718649" y="766040"/>
          <a:ext cx="127675" cy="120123"/>
        </a:xfrm>
        <a:prstGeom prst="ellipse">
          <a:avLst/>
        </a:prstGeom>
        <a:solidFill>
          <a:schemeClr val="accent4">
            <a:hueOff val="407026"/>
            <a:satOff val="-15508"/>
            <a:lumOff val="77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a:t>
          </a:r>
        </a:p>
      </dsp:txBody>
      <dsp:txXfrm>
        <a:off x="7737347" y="783632"/>
        <a:ext cx="90279" cy="84939"/>
      </dsp:txXfrm>
    </dsp:sp>
    <dsp:sp modelId="{26CBD3E4-690C-4F35-9D8A-B768F6670A9E}">
      <dsp:nvSpPr>
        <dsp:cNvPr id="0" name=""/>
        <dsp:cNvSpPr/>
      </dsp:nvSpPr>
      <dsp:spPr>
        <a:xfrm rot="3069919">
          <a:off x="6199197" y="2690661"/>
          <a:ext cx="627297" cy="404407"/>
        </a:xfrm>
        <a:prstGeom prst="rightArrow">
          <a:avLst>
            <a:gd name="adj1" fmla="val 60000"/>
            <a:gd name="adj2" fmla="val 50000"/>
          </a:avLst>
        </a:prstGeom>
        <a:solidFill>
          <a:schemeClr val="accent4">
            <a:hueOff val="814052"/>
            <a:satOff val="-31015"/>
            <a:lumOff val="1542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221819" y="2724290"/>
        <a:ext cx="505975" cy="242645"/>
      </dsp:txXfrm>
    </dsp:sp>
    <dsp:sp modelId="{446529D9-21F4-4B2B-813B-41C9C3B9ECB6}">
      <dsp:nvSpPr>
        <dsp:cNvPr id="0" name=""/>
        <dsp:cNvSpPr/>
      </dsp:nvSpPr>
      <dsp:spPr>
        <a:xfrm>
          <a:off x="6134476" y="3340963"/>
          <a:ext cx="2260379" cy="971636"/>
        </a:xfrm>
        <a:prstGeom prst="ellipse">
          <a:avLst/>
        </a:prstGeom>
        <a:solidFill>
          <a:schemeClr val="accent4">
            <a:hueOff val="814052"/>
            <a:satOff val="-31015"/>
            <a:lumOff val="154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Reinforcement Learning</a:t>
          </a:r>
        </a:p>
      </dsp:txBody>
      <dsp:txXfrm>
        <a:off x="6465501" y="3483256"/>
        <a:ext cx="1598329" cy="687050"/>
      </dsp:txXfrm>
    </dsp:sp>
    <dsp:sp modelId="{1B7F6A39-E54C-44A9-93C0-29ACE16595B2}">
      <dsp:nvSpPr>
        <dsp:cNvPr id="0" name=""/>
        <dsp:cNvSpPr/>
      </dsp:nvSpPr>
      <dsp:spPr>
        <a:xfrm rot="7557523">
          <a:off x="4247674" y="2712223"/>
          <a:ext cx="596171" cy="404407"/>
        </a:xfrm>
        <a:prstGeom prst="rightArrow">
          <a:avLst>
            <a:gd name="adj1" fmla="val 60000"/>
            <a:gd name="adj2" fmla="val 50000"/>
          </a:avLst>
        </a:prstGeom>
        <a:solidFill>
          <a:schemeClr val="accent4">
            <a:hueOff val="1221077"/>
            <a:satOff val="-46523"/>
            <a:lumOff val="2313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4343955" y="2744003"/>
        <a:ext cx="474849" cy="242645"/>
      </dsp:txXfrm>
    </dsp:sp>
    <dsp:sp modelId="{86D0DC4D-75A7-4437-AEF7-2728B4B8F764}">
      <dsp:nvSpPr>
        <dsp:cNvPr id="0" name=""/>
        <dsp:cNvSpPr/>
      </dsp:nvSpPr>
      <dsp:spPr>
        <a:xfrm>
          <a:off x="2822104" y="3355719"/>
          <a:ext cx="2083376" cy="997555"/>
        </a:xfrm>
        <a:prstGeom prst="ellipse">
          <a:avLst/>
        </a:prstGeom>
        <a:solidFill>
          <a:schemeClr val="accent4">
            <a:hueOff val="1221077"/>
            <a:satOff val="-46523"/>
            <a:lumOff val="231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Semi supervised Learning</a:t>
          </a:r>
          <a:endParaRPr lang="en-US" sz="1400" kern="1200" dirty="0"/>
        </a:p>
      </dsp:txBody>
      <dsp:txXfrm>
        <a:off x="3127207" y="3501808"/>
        <a:ext cx="1473170" cy="70537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hueOff val="414507"/>
            <a:satOff val="39495"/>
            <a:lumOff val="-16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hueOff val="414507"/>
            <a:satOff val="39495"/>
            <a:lumOff val="-1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816775" y="803784"/>
          <a:ext cx="2097779" cy="1182393"/>
        </a:xfrm>
        <a:prstGeom prst="ellipse">
          <a:avLst/>
        </a:prstGeom>
        <a:solidFill>
          <a:srgbClr val="1BB8B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123988" y="976941"/>
        <a:ext cx="1483353" cy="836079"/>
      </dsp:txXfrm>
    </dsp:sp>
    <dsp:sp modelId="{7245A132-5DFB-4116-8442-5AC24D7C6B23}">
      <dsp:nvSpPr>
        <dsp:cNvPr id="0" name=""/>
        <dsp:cNvSpPr/>
      </dsp:nvSpPr>
      <dsp:spPr>
        <a:xfrm rot="20607922">
          <a:off x="2870323" y="936897"/>
          <a:ext cx="203110" cy="25936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71583" y="997441"/>
        <a:ext cx="142177" cy="155617"/>
      </dsp:txXfrm>
    </dsp:sp>
    <dsp:sp modelId="{AB2BAFAF-6E44-408A-98EC-5B9CB1218E0F}">
      <dsp:nvSpPr>
        <dsp:cNvPr id="0" name=""/>
        <dsp:cNvSpPr/>
      </dsp:nvSpPr>
      <dsp:spPr>
        <a:xfrm>
          <a:off x="3130519" y="61100"/>
          <a:ext cx="1477992" cy="147799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46966" y="277547"/>
        <a:ext cx="1045098" cy="1045098"/>
      </dsp:txXfrm>
    </dsp:sp>
    <dsp:sp modelId="{3FB79A28-1CEF-41B3-977D-DDC30B2DEF60}">
      <dsp:nvSpPr>
        <dsp:cNvPr id="0" name=""/>
        <dsp:cNvSpPr/>
      </dsp:nvSpPr>
      <dsp:spPr>
        <a:xfrm rot="2245238">
          <a:off x="2581083" y="1970115"/>
          <a:ext cx="411510" cy="259363"/>
        </a:xfrm>
        <a:prstGeom prst="rightArrow">
          <a:avLst>
            <a:gd name="adj1" fmla="val 60000"/>
            <a:gd name="adj2" fmla="val 50000"/>
          </a:avLst>
        </a:prstGeom>
        <a:solidFill>
          <a:schemeClr val="accent3">
            <a:hueOff val="3029567"/>
            <a:satOff val="18270"/>
            <a:lumOff val="-110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589090" y="1998347"/>
        <a:ext cx="333701" cy="155617"/>
      </dsp:txXfrm>
    </dsp:sp>
    <dsp:sp modelId="{6D8CF351-8074-4D1F-BEAB-5FE945A17F5E}">
      <dsp:nvSpPr>
        <dsp:cNvPr id="0" name=""/>
        <dsp:cNvSpPr/>
      </dsp:nvSpPr>
      <dsp:spPr>
        <a:xfrm>
          <a:off x="2952320" y="2052843"/>
          <a:ext cx="1477992" cy="1477992"/>
        </a:xfrm>
        <a:prstGeom prst="ellipse">
          <a:avLst/>
        </a:prstGeom>
        <a:solidFill>
          <a:schemeClr val="accent3">
            <a:hueOff val="3029567"/>
            <a:satOff val="18270"/>
            <a:lumOff val="-11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3168767" y="2269290"/>
        <a:ext cx="1045098" cy="1045098"/>
      </dsp:txXfrm>
    </dsp:sp>
    <dsp:sp modelId="{08CE5EAF-7FBB-4A20-B85D-DCDD82F8F2FC}">
      <dsp:nvSpPr>
        <dsp:cNvPr id="0" name=""/>
        <dsp:cNvSpPr/>
      </dsp:nvSpPr>
      <dsp:spPr>
        <a:xfrm rot="5355645">
          <a:off x="1706959" y="2168240"/>
          <a:ext cx="340714" cy="259363"/>
        </a:xfrm>
        <a:prstGeom prst="rightArrow">
          <a:avLst>
            <a:gd name="adj1" fmla="val 60000"/>
            <a:gd name="adj2" fmla="val 50000"/>
          </a:avLst>
        </a:prstGeom>
        <a:solidFill>
          <a:schemeClr val="accent3">
            <a:hueOff val="6059134"/>
            <a:satOff val="36540"/>
            <a:lumOff val="-221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45362" y="2181212"/>
        <a:ext cx="262905" cy="155617"/>
      </dsp:txXfrm>
    </dsp:sp>
    <dsp:sp modelId="{E2F1F81C-98EB-44AA-B7F9-EC704190D7CF}">
      <dsp:nvSpPr>
        <dsp:cNvPr id="0" name=""/>
        <dsp:cNvSpPr/>
      </dsp:nvSpPr>
      <dsp:spPr>
        <a:xfrm>
          <a:off x="1152126" y="2628904"/>
          <a:ext cx="1477992" cy="1477992"/>
        </a:xfrm>
        <a:prstGeom prst="ellipse">
          <a:avLst/>
        </a:prstGeom>
        <a:solidFill>
          <a:schemeClr val="accent3">
            <a:hueOff val="6059134"/>
            <a:satOff val="36540"/>
            <a:lumOff val="-221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1368573" y="2845351"/>
        <a:ext cx="1045098" cy="104509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783612" y="606898"/>
          <a:ext cx="2097779" cy="1182393"/>
        </a:xfrm>
        <a:prstGeom prst="ellipse">
          <a:avLst/>
        </a:prstGeom>
        <a:solidFill>
          <a:srgbClr val="1BB8B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090825" y="780055"/>
        <a:ext cx="1483353" cy="836079"/>
      </dsp:txXfrm>
    </dsp:sp>
    <dsp:sp modelId="{7245A132-5DFB-4116-8442-5AC24D7C6B23}">
      <dsp:nvSpPr>
        <dsp:cNvPr id="0" name=""/>
        <dsp:cNvSpPr/>
      </dsp:nvSpPr>
      <dsp:spPr>
        <a:xfrm rot="20936676">
          <a:off x="2892483" y="844392"/>
          <a:ext cx="173182" cy="25936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92965" y="901246"/>
        <a:ext cx="121227" cy="155617"/>
      </dsp:txXfrm>
    </dsp:sp>
    <dsp:sp modelId="{AB2BAFAF-6E44-408A-98EC-5B9CB1218E0F}">
      <dsp:nvSpPr>
        <dsp:cNvPr id="0" name=""/>
        <dsp:cNvSpPr/>
      </dsp:nvSpPr>
      <dsp:spPr>
        <a:xfrm>
          <a:off x="3130519" y="61100"/>
          <a:ext cx="1477992" cy="147799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46966" y="277547"/>
        <a:ext cx="1045098" cy="1045098"/>
      </dsp:txXfrm>
    </dsp:sp>
    <dsp:sp modelId="{3FB79A28-1CEF-41B3-977D-DDC30B2DEF60}">
      <dsp:nvSpPr>
        <dsp:cNvPr id="0" name=""/>
        <dsp:cNvSpPr/>
      </dsp:nvSpPr>
      <dsp:spPr>
        <a:xfrm rot="2412687">
          <a:off x="2463001" y="1704882"/>
          <a:ext cx="244708" cy="259363"/>
        </a:xfrm>
        <a:prstGeom prst="rightArrow">
          <a:avLst>
            <a:gd name="adj1" fmla="val 60000"/>
            <a:gd name="adj2" fmla="val 50000"/>
          </a:avLst>
        </a:prstGeom>
        <a:solidFill>
          <a:schemeClr val="accent3">
            <a:hueOff val="3029567"/>
            <a:satOff val="18270"/>
            <a:lumOff val="-110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71676" y="1733057"/>
        <a:ext cx="171296" cy="155617"/>
      </dsp:txXfrm>
    </dsp:sp>
    <dsp:sp modelId="{6D8CF351-8074-4D1F-BEAB-5FE945A17F5E}">
      <dsp:nvSpPr>
        <dsp:cNvPr id="0" name=""/>
        <dsp:cNvSpPr/>
      </dsp:nvSpPr>
      <dsp:spPr>
        <a:xfrm>
          <a:off x="2592294" y="1726186"/>
          <a:ext cx="1477992" cy="1477992"/>
        </a:xfrm>
        <a:prstGeom prst="ellipse">
          <a:avLst/>
        </a:prstGeom>
        <a:solidFill>
          <a:schemeClr val="accent3">
            <a:hueOff val="3029567"/>
            <a:satOff val="18270"/>
            <a:lumOff val="-11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2808741" y="1942633"/>
        <a:ext cx="1045098" cy="1045098"/>
      </dsp:txXfrm>
    </dsp:sp>
    <dsp:sp modelId="{08CE5EAF-7FBB-4A20-B85D-DCDD82F8F2FC}">
      <dsp:nvSpPr>
        <dsp:cNvPr id="0" name=""/>
        <dsp:cNvSpPr/>
      </dsp:nvSpPr>
      <dsp:spPr>
        <a:xfrm rot="4125833">
          <a:off x="1714799" y="2416762"/>
          <a:ext cx="840838" cy="259363"/>
        </a:xfrm>
        <a:prstGeom prst="rightArrow">
          <a:avLst>
            <a:gd name="adj1" fmla="val 60000"/>
            <a:gd name="adj2" fmla="val 50000"/>
          </a:avLst>
        </a:prstGeom>
        <a:solidFill>
          <a:schemeClr val="accent3">
            <a:hueOff val="6059134"/>
            <a:satOff val="36540"/>
            <a:lumOff val="-221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39612" y="2432372"/>
        <a:ext cx="763029" cy="155617"/>
      </dsp:txXfrm>
    </dsp:sp>
    <dsp:sp modelId="{E2F1F81C-98EB-44AA-B7F9-EC704190D7CF}">
      <dsp:nvSpPr>
        <dsp:cNvPr id="0" name=""/>
        <dsp:cNvSpPr/>
      </dsp:nvSpPr>
      <dsp:spPr>
        <a:xfrm>
          <a:off x="2160244" y="3204179"/>
          <a:ext cx="1477992" cy="1477992"/>
        </a:xfrm>
        <a:prstGeom prst="ellipse">
          <a:avLst/>
        </a:prstGeom>
        <a:solidFill>
          <a:schemeClr val="accent3">
            <a:hueOff val="6059134"/>
            <a:satOff val="36540"/>
            <a:lumOff val="-221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2376691" y="3420626"/>
        <a:ext cx="1045098" cy="104509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783612" y="606898"/>
          <a:ext cx="2097779" cy="1182393"/>
        </a:xfrm>
        <a:prstGeom prst="ellipse">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090825" y="780055"/>
        <a:ext cx="1483353" cy="836079"/>
      </dsp:txXfrm>
    </dsp:sp>
    <dsp:sp modelId="{7245A132-5DFB-4116-8442-5AC24D7C6B23}">
      <dsp:nvSpPr>
        <dsp:cNvPr id="0" name=""/>
        <dsp:cNvSpPr/>
      </dsp:nvSpPr>
      <dsp:spPr>
        <a:xfrm rot="20936676">
          <a:off x="2892483" y="844392"/>
          <a:ext cx="173182" cy="25936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92965" y="901246"/>
        <a:ext cx="121227" cy="155617"/>
      </dsp:txXfrm>
    </dsp:sp>
    <dsp:sp modelId="{AB2BAFAF-6E44-408A-98EC-5B9CB1218E0F}">
      <dsp:nvSpPr>
        <dsp:cNvPr id="0" name=""/>
        <dsp:cNvSpPr/>
      </dsp:nvSpPr>
      <dsp:spPr>
        <a:xfrm>
          <a:off x="3130519" y="61100"/>
          <a:ext cx="1477992" cy="147799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46966" y="277547"/>
        <a:ext cx="1045098" cy="1045098"/>
      </dsp:txXfrm>
    </dsp:sp>
    <dsp:sp modelId="{3FB79A28-1CEF-41B3-977D-DDC30B2DEF60}">
      <dsp:nvSpPr>
        <dsp:cNvPr id="0" name=""/>
        <dsp:cNvSpPr/>
      </dsp:nvSpPr>
      <dsp:spPr>
        <a:xfrm rot="2412687">
          <a:off x="2450122" y="1704936"/>
          <a:ext cx="244708" cy="259363"/>
        </a:xfrm>
        <a:prstGeom prst="rightArrow">
          <a:avLst>
            <a:gd name="adj1" fmla="val 60000"/>
            <a:gd name="adj2" fmla="val 5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58797" y="1733111"/>
        <a:ext cx="171296" cy="155617"/>
      </dsp:txXfrm>
    </dsp:sp>
    <dsp:sp modelId="{6D8CF351-8074-4D1F-BEAB-5FE945A17F5E}">
      <dsp:nvSpPr>
        <dsp:cNvPr id="0" name=""/>
        <dsp:cNvSpPr/>
      </dsp:nvSpPr>
      <dsp:spPr>
        <a:xfrm>
          <a:off x="2592294" y="1726186"/>
          <a:ext cx="1477992" cy="1477992"/>
        </a:xfrm>
        <a:prstGeom prst="ellipse">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2808741" y="1942633"/>
        <a:ext cx="1045098" cy="1045098"/>
      </dsp:txXfrm>
    </dsp:sp>
    <dsp:sp modelId="{08CE5EAF-7FBB-4A20-B85D-DCDD82F8F2FC}">
      <dsp:nvSpPr>
        <dsp:cNvPr id="0" name=""/>
        <dsp:cNvSpPr/>
      </dsp:nvSpPr>
      <dsp:spPr>
        <a:xfrm rot="4125833">
          <a:off x="1697545" y="2418842"/>
          <a:ext cx="840838" cy="259363"/>
        </a:xfrm>
        <a:prstGeom prst="rightArrow">
          <a:avLst>
            <a:gd name="adj1" fmla="val 60000"/>
            <a:gd name="adj2" fmla="val 5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22358" y="2434452"/>
        <a:ext cx="763029" cy="155617"/>
      </dsp:txXfrm>
    </dsp:sp>
    <dsp:sp modelId="{E2F1F81C-98EB-44AA-B7F9-EC704190D7CF}">
      <dsp:nvSpPr>
        <dsp:cNvPr id="0" name=""/>
        <dsp:cNvSpPr/>
      </dsp:nvSpPr>
      <dsp:spPr>
        <a:xfrm>
          <a:off x="2160244" y="3204179"/>
          <a:ext cx="1477992" cy="1477992"/>
        </a:xfrm>
        <a:prstGeom prst="ellipse">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2376691" y="3420626"/>
        <a:ext cx="1045098" cy="104509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783612" y="606898"/>
          <a:ext cx="2097779" cy="1182393"/>
        </a:xfrm>
        <a:prstGeom prst="ellipse">
          <a:avLst/>
        </a:prstGeom>
        <a:solidFill>
          <a:srgbClr val="1BB8B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090825" y="780055"/>
        <a:ext cx="1483353" cy="836079"/>
      </dsp:txXfrm>
    </dsp:sp>
    <dsp:sp modelId="{7245A132-5DFB-4116-8442-5AC24D7C6B23}">
      <dsp:nvSpPr>
        <dsp:cNvPr id="0" name=""/>
        <dsp:cNvSpPr/>
      </dsp:nvSpPr>
      <dsp:spPr>
        <a:xfrm rot="20936676">
          <a:off x="2892483" y="844392"/>
          <a:ext cx="173182" cy="25936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92965" y="901246"/>
        <a:ext cx="121227" cy="155617"/>
      </dsp:txXfrm>
    </dsp:sp>
    <dsp:sp modelId="{AB2BAFAF-6E44-408A-98EC-5B9CB1218E0F}">
      <dsp:nvSpPr>
        <dsp:cNvPr id="0" name=""/>
        <dsp:cNvSpPr/>
      </dsp:nvSpPr>
      <dsp:spPr>
        <a:xfrm>
          <a:off x="3130519" y="61100"/>
          <a:ext cx="1477992" cy="147799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46966" y="277547"/>
        <a:ext cx="1045098" cy="1045098"/>
      </dsp:txXfrm>
    </dsp:sp>
    <dsp:sp modelId="{3FB79A28-1CEF-41B3-977D-DDC30B2DEF60}">
      <dsp:nvSpPr>
        <dsp:cNvPr id="0" name=""/>
        <dsp:cNvSpPr/>
      </dsp:nvSpPr>
      <dsp:spPr>
        <a:xfrm rot="2412687">
          <a:off x="2463001" y="1704882"/>
          <a:ext cx="244708" cy="259363"/>
        </a:xfrm>
        <a:prstGeom prst="rightArrow">
          <a:avLst>
            <a:gd name="adj1" fmla="val 60000"/>
            <a:gd name="adj2" fmla="val 50000"/>
          </a:avLst>
        </a:prstGeom>
        <a:solidFill>
          <a:schemeClr val="accent3">
            <a:hueOff val="3029567"/>
            <a:satOff val="18270"/>
            <a:lumOff val="-110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71676" y="1733057"/>
        <a:ext cx="171296" cy="155617"/>
      </dsp:txXfrm>
    </dsp:sp>
    <dsp:sp modelId="{6D8CF351-8074-4D1F-BEAB-5FE945A17F5E}">
      <dsp:nvSpPr>
        <dsp:cNvPr id="0" name=""/>
        <dsp:cNvSpPr/>
      </dsp:nvSpPr>
      <dsp:spPr>
        <a:xfrm>
          <a:off x="2592294" y="1726186"/>
          <a:ext cx="1477992" cy="1477992"/>
        </a:xfrm>
        <a:prstGeom prst="ellipse">
          <a:avLst/>
        </a:prstGeom>
        <a:solidFill>
          <a:schemeClr val="accent3">
            <a:hueOff val="3029567"/>
            <a:satOff val="18270"/>
            <a:lumOff val="-11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2808741" y="1942633"/>
        <a:ext cx="1045098" cy="1045098"/>
      </dsp:txXfrm>
    </dsp:sp>
    <dsp:sp modelId="{08CE5EAF-7FBB-4A20-B85D-DCDD82F8F2FC}">
      <dsp:nvSpPr>
        <dsp:cNvPr id="0" name=""/>
        <dsp:cNvSpPr/>
      </dsp:nvSpPr>
      <dsp:spPr>
        <a:xfrm rot="4125833">
          <a:off x="1714799" y="2416762"/>
          <a:ext cx="840838" cy="259363"/>
        </a:xfrm>
        <a:prstGeom prst="rightArrow">
          <a:avLst>
            <a:gd name="adj1" fmla="val 60000"/>
            <a:gd name="adj2" fmla="val 50000"/>
          </a:avLst>
        </a:prstGeom>
        <a:solidFill>
          <a:schemeClr val="accent3">
            <a:hueOff val="6059134"/>
            <a:satOff val="36540"/>
            <a:lumOff val="-221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39612" y="2432372"/>
        <a:ext cx="763029" cy="155617"/>
      </dsp:txXfrm>
    </dsp:sp>
    <dsp:sp modelId="{E2F1F81C-98EB-44AA-B7F9-EC704190D7CF}">
      <dsp:nvSpPr>
        <dsp:cNvPr id="0" name=""/>
        <dsp:cNvSpPr/>
      </dsp:nvSpPr>
      <dsp:spPr>
        <a:xfrm>
          <a:off x="2160244" y="3204179"/>
          <a:ext cx="1477992" cy="1477992"/>
        </a:xfrm>
        <a:prstGeom prst="ellipse">
          <a:avLst/>
        </a:prstGeom>
        <a:solidFill>
          <a:schemeClr val="accent3">
            <a:hueOff val="6059134"/>
            <a:satOff val="36540"/>
            <a:lumOff val="-221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2376691" y="3420626"/>
        <a:ext cx="1045098" cy="104509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783612" y="606898"/>
          <a:ext cx="2097779" cy="1182393"/>
        </a:xfrm>
        <a:prstGeom prst="ellipse">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090825" y="780055"/>
        <a:ext cx="1483353" cy="836079"/>
      </dsp:txXfrm>
    </dsp:sp>
    <dsp:sp modelId="{7245A132-5DFB-4116-8442-5AC24D7C6B23}">
      <dsp:nvSpPr>
        <dsp:cNvPr id="0" name=""/>
        <dsp:cNvSpPr/>
      </dsp:nvSpPr>
      <dsp:spPr>
        <a:xfrm rot="20947732">
          <a:off x="2890622" y="849481"/>
          <a:ext cx="163743" cy="259363"/>
        </a:xfrm>
        <a:prstGeom prst="rightArrow">
          <a:avLst>
            <a:gd name="adj1" fmla="val 60000"/>
            <a:gd name="adj2" fmla="val 5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91063" y="905986"/>
        <a:ext cx="114620" cy="155617"/>
      </dsp:txXfrm>
    </dsp:sp>
    <dsp:sp modelId="{AB2BAFAF-6E44-408A-98EC-5B9CB1218E0F}">
      <dsp:nvSpPr>
        <dsp:cNvPr id="0" name=""/>
        <dsp:cNvSpPr/>
      </dsp:nvSpPr>
      <dsp:spPr>
        <a:xfrm>
          <a:off x="3115486" y="70783"/>
          <a:ext cx="1477992" cy="1477992"/>
        </a:xfrm>
        <a:prstGeom prst="ellipse">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31933" y="287230"/>
        <a:ext cx="1045098" cy="1045098"/>
      </dsp:txXfrm>
    </dsp:sp>
    <dsp:sp modelId="{3FB79A28-1CEF-41B3-977D-DDC30B2DEF60}">
      <dsp:nvSpPr>
        <dsp:cNvPr id="0" name=""/>
        <dsp:cNvSpPr/>
      </dsp:nvSpPr>
      <dsp:spPr>
        <a:xfrm rot="2412687">
          <a:off x="2450122" y="1704936"/>
          <a:ext cx="244708" cy="259363"/>
        </a:xfrm>
        <a:prstGeom prst="rightArrow">
          <a:avLst>
            <a:gd name="adj1" fmla="val 60000"/>
            <a:gd name="adj2" fmla="val 5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58797" y="1733111"/>
        <a:ext cx="171296" cy="155617"/>
      </dsp:txXfrm>
    </dsp:sp>
    <dsp:sp modelId="{6D8CF351-8074-4D1F-BEAB-5FE945A17F5E}">
      <dsp:nvSpPr>
        <dsp:cNvPr id="0" name=""/>
        <dsp:cNvSpPr/>
      </dsp:nvSpPr>
      <dsp:spPr>
        <a:xfrm>
          <a:off x="2592294" y="1726186"/>
          <a:ext cx="1477992" cy="1477992"/>
        </a:xfrm>
        <a:prstGeom prst="ellipse">
          <a:avLst/>
        </a:prstGeom>
        <a:solidFill>
          <a:srgbClr val="1FBB1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2808741" y="1942633"/>
        <a:ext cx="1045098" cy="1045098"/>
      </dsp:txXfrm>
    </dsp:sp>
    <dsp:sp modelId="{08CE5EAF-7FBB-4A20-B85D-DCDD82F8F2FC}">
      <dsp:nvSpPr>
        <dsp:cNvPr id="0" name=""/>
        <dsp:cNvSpPr/>
      </dsp:nvSpPr>
      <dsp:spPr>
        <a:xfrm rot="4125833">
          <a:off x="1697545" y="2418842"/>
          <a:ext cx="840838" cy="259363"/>
        </a:xfrm>
        <a:prstGeom prst="rightArrow">
          <a:avLst>
            <a:gd name="adj1" fmla="val 60000"/>
            <a:gd name="adj2" fmla="val 5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22358" y="2434452"/>
        <a:ext cx="763029" cy="155617"/>
      </dsp:txXfrm>
    </dsp:sp>
    <dsp:sp modelId="{E2F1F81C-98EB-44AA-B7F9-EC704190D7CF}">
      <dsp:nvSpPr>
        <dsp:cNvPr id="0" name=""/>
        <dsp:cNvSpPr/>
      </dsp:nvSpPr>
      <dsp:spPr>
        <a:xfrm>
          <a:off x="2160244" y="3204179"/>
          <a:ext cx="1477992" cy="1477992"/>
        </a:xfrm>
        <a:prstGeom prst="ellipse">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2376691" y="3420626"/>
        <a:ext cx="1045098" cy="104509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783612" y="606898"/>
          <a:ext cx="2097779" cy="1182393"/>
        </a:xfrm>
        <a:prstGeom prst="ellipse">
          <a:avLst/>
        </a:prstGeom>
        <a:solidFill>
          <a:srgbClr val="1BB8B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090825" y="780055"/>
        <a:ext cx="1483353" cy="836079"/>
      </dsp:txXfrm>
    </dsp:sp>
    <dsp:sp modelId="{7245A132-5DFB-4116-8442-5AC24D7C6B23}">
      <dsp:nvSpPr>
        <dsp:cNvPr id="0" name=""/>
        <dsp:cNvSpPr/>
      </dsp:nvSpPr>
      <dsp:spPr>
        <a:xfrm rot="20936676">
          <a:off x="2892483" y="844392"/>
          <a:ext cx="173182" cy="25936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92965" y="901246"/>
        <a:ext cx="121227" cy="155617"/>
      </dsp:txXfrm>
    </dsp:sp>
    <dsp:sp modelId="{AB2BAFAF-6E44-408A-98EC-5B9CB1218E0F}">
      <dsp:nvSpPr>
        <dsp:cNvPr id="0" name=""/>
        <dsp:cNvSpPr/>
      </dsp:nvSpPr>
      <dsp:spPr>
        <a:xfrm>
          <a:off x="3130519" y="61100"/>
          <a:ext cx="1477992" cy="147799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46966" y="277547"/>
        <a:ext cx="1045098" cy="1045098"/>
      </dsp:txXfrm>
    </dsp:sp>
    <dsp:sp modelId="{3FB79A28-1CEF-41B3-977D-DDC30B2DEF60}">
      <dsp:nvSpPr>
        <dsp:cNvPr id="0" name=""/>
        <dsp:cNvSpPr/>
      </dsp:nvSpPr>
      <dsp:spPr>
        <a:xfrm rot="2412687">
          <a:off x="2463001" y="1704882"/>
          <a:ext cx="244708" cy="259363"/>
        </a:xfrm>
        <a:prstGeom prst="rightArrow">
          <a:avLst>
            <a:gd name="adj1" fmla="val 60000"/>
            <a:gd name="adj2" fmla="val 50000"/>
          </a:avLst>
        </a:prstGeom>
        <a:solidFill>
          <a:schemeClr val="accent3">
            <a:hueOff val="3029567"/>
            <a:satOff val="18270"/>
            <a:lumOff val="-110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71676" y="1733057"/>
        <a:ext cx="171296" cy="155617"/>
      </dsp:txXfrm>
    </dsp:sp>
    <dsp:sp modelId="{6D8CF351-8074-4D1F-BEAB-5FE945A17F5E}">
      <dsp:nvSpPr>
        <dsp:cNvPr id="0" name=""/>
        <dsp:cNvSpPr/>
      </dsp:nvSpPr>
      <dsp:spPr>
        <a:xfrm>
          <a:off x="2592294" y="1726186"/>
          <a:ext cx="1477992" cy="1477992"/>
        </a:xfrm>
        <a:prstGeom prst="ellipse">
          <a:avLst/>
        </a:prstGeom>
        <a:solidFill>
          <a:schemeClr val="accent3">
            <a:hueOff val="3029567"/>
            <a:satOff val="18270"/>
            <a:lumOff val="-11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2808741" y="1942633"/>
        <a:ext cx="1045098" cy="1045098"/>
      </dsp:txXfrm>
    </dsp:sp>
    <dsp:sp modelId="{08CE5EAF-7FBB-4A20-B85D-DCDD82F8F2FC}">
      <dsp:nvSpPr>
        <dsp:cNvPr id="0" name=""/>
        <dsp:cNvSpPr/>
      </dsp:nvSpPr>
      <dsp:spPr>
        <a:xfrm rot="4125833">
          <a:off x="1714799" y="2416762"/>
          <a:ext cx="840838" cy="259363"/>
        </a:xfrm>
        <a:prstGeom prst="rightArrow">
          <a:avLst>
            <a:gd name="adj1" fmla="val 60000"/>
            <a:gd name="adj2" fmla="val 50000"/>
          </a:avLst>
        </a:prstGeom>
        <a:solidFill>
          <a:schemeClr val="accent3">
            <a:hueOff val="6059134"/>
            <a:satOff val="36540"/>
            <a:lumOff val="-221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39612" y="2432372"/>
        <a:ext cx="763029" cy="155617"/>
      </dsp:txXfrm>
    </dsp:sp>
    <dsp:sp modelId="{E2F1F81C-98EB-44AA-B7F9-EC704190D7CF}">
      <dsp:nvSpPr>
        <dsp:cNvPr id="0" name=""/>
        <dsp:cNvSpPr/>
      </dsp:nvSpPr>
      <dsp:spPr>
        <a:xfrm>
          <a:off x="2160244" y="3204179"/>
          <a:ext cx="1477992" cy="1477992"/>
        </a:xfrm>
        <a:prstGeom prst="ellipse">
          <a:avLst/>
        </a:prstGeom>
        <a:solidFill>
          <a:schemeClr val="accent3">
            <a:hueOff val="6059134"/>
            <a:satOff val="36540"/>
            <a:lumOff val="-221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2376691" y="3420626"/>
        <a:ext cx="1045098" cy="104509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783612" y="606898"/>
          <a:ext cx="2097779" cy="1182393"/>
        </a:xfrm>
        <a:prstGeom prst="ellipse">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090825" y="780055"/>
        <a:ext cx="1483353" cy="836079"/>
      </dsp:txXfrm>
    </dsp:sp>
    <dsp:sp modelId="{7245A132-5DFB-4116-8442-5AC24D7C6B23}">
      <dsp:nvSpPr>
        <dsp:cNvPr id="0" name=""/>
        <dsp:cNvSpPr/>
      </dsp:nvSpPr>
      <dsp:spPr>
        <a:xfrm rot="20947732">
          <a:off x="2890622" y="849481"/>
          <a:ext cx="163743" cy="259363"/>
        </a:xfrm>
        <a:prstGeom prst="rightArrow">
          <a:avLst>
            <a:gd name="adj1" fmla="val 60000"/>
            <a:gd name="adj2" fmla="val 5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91063" y="905986"/>
        <a:ext cx="114620" cy="155617"/>
      </dsp:txXfrm>
    </dsp:sp>
    <dsp:sp modelId="{AB2BAFAF-6E44-408A-98EC-5B9CB1218E0F}">
      <dsp:nvSpPr>
        <dsp:cNvPr id="0" name=""/>
        <dsp:cNvSpPr/>
      </dsp:nvSpPr>
      <dsp:spPr>
        <a:xfrm>
          <a:off x="3115486" y="70783"/>
          <a:ext cx="1477992" cy="1477992"/>
        </a:xfrm>
        <a:prstGeom prst="ellipse">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31933" y="287230"/>
        <a:ext cx="1045098" cy="1045098"/>
      </dsp:txXfrm>
    </dsp:sp>
    <dsp:sp modelId="{3FB79A28-1CEF-41B3-977D-DDC30B2DEF60}">
      <dsp:nvSpPr>
        <dsp:cNvPr id="0" name=""/>
        <dsp:cNvSpPr/>
      </dsp:nvSpPr>
      <dsp:spPr>
        <a:xfrm rot="2412687">
          <a:off x="2450122" y="1704936"/>
          <a:ext cx="244708" cy="259363"/>
        </a:xfrm>
        <a:prstGeom prst="rightArrow">
          <a:avLst>
            <a:gd name="adj1" fmla="val 60000"/>
            <a:gd name="adj2" fmla="val 5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58797" y="1733111"/>
        <a:ext cx="171296" cy="155617"/>
      </dsp:txXfrm>
    </dsp:sp>
    <dsp:sp modelId="{6D8CF351-8074-4D1F-BEAB-5FE945A17F5E}">
      <dsp:nvSpPr>
        <dsp:cNvPr id="0" name=""/>
        <dsp:cNvSpPr/>
      </dsp:nvSpPr>
      <dsp:spPr>
        <a:xfrm>
          <a:off x="2592294" y="1726186"/>
          <a:ext cx="1477992" cy="1477992"/>
        </a:xfrm>
        <a:prstGeom prst="ellipse">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2808741" y="1942633"/>
        <a:ext cx="1045098" cy="1045098"/>
      </dsp:txXfrm>
    </dsp:sp>
    <dsp:sp modelId="{08CE5EAF-7FBB-4A20-B85D-DCDD82F8F2FC}">
      <dsp:nvSpPr>
        <dsp:cNvPr id="0" name=""/>
        <dsp:cNvSpPr/>
      </dsp:nvSpPr>
      <dsp:spPr>
        <a:xfrm rot="4125833">
          <a:off x="1697545" y="2418842"/>
          <a:ext cx="840838" cy="259363"/>
        </a:xfrm>
        <a:prstGeom prst="rightArrow">
          <a:avLst>
            <a:gd name="adj1" fmla="val 60000"/>
            <a:gd name="adj2" fmla="val 5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22358" y="2434452"/>
        <a:ext cx="763029" cy="155617"/>
      </dsp:txXfrm>
    </dsp:sp>
    <dsp:sp modelId="{E2F1F81C-98EB-44AA-B7F9-EC704190D7CF}">
      <dsp:nvSpPr>
        <dsp:cNvPr id="0" name=""/>
        <dsp:cNvSpPr/>
      </dsp:nvSpPr>
      <dsp:spPr>
        <a:xfrm>
          <a:off x="2160244" y="3204179"/>
          <a:ext cx="1477992" cy="1477992"/>
        </a:xfrm>
        <a:prstGeom prst="ellipse">
          <a:avLst/>
        </a:prstGeom>
        <a:solidFill>
          <a:srgbClr val="02967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2376691" y="3420626"/>
        <a:ext cx="1045098" cy="104509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8E565-8A87-4AF1-8F8F-F8F0B5B25CE5}">
      <dsp:nvSpPr>
        <dsp:cNvPr id="0" name=""/>
        <dsp:cNvSpPr/>
      </dsp:nvSpPr>
      <dsp:spPr>
        <a:xfrm>
          <a:off x="4330030" y="604663"/>
          <a:ext cx="2312724" cy="202626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kern="1200" dirty="0"/>
            <a:t>Machine Learning</a:t>
          </a:r>
        </a:p>
      </dsp:txBody>
      <dsp:txXfrm>
        <a:off x="4668721" y="901402"/>
        <a:ext cx="1635342" cy="1432782"/>
      </dsp:txXfrm>
    </dsp:sp>
    <dsp:sp modelId="{390A5350-D243-49B3-87BC-A141FB8C2230}">
      <dsp:nvSpPr>
        <dsp:cNvPr id="0" name=""/>
        <dsp:cNvSpPr/>
      </dsp:nvSpPr>
      <dsp:spPr>
        <a:xfrm rot="11775934">
          <a:off x="3348134" y="901898"/>
          <a:ext cx="755283" cy="40440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3467028" y="999770"/>
        <a:ext cx="633961" cy="242645"/>
      </dsp:txXfrm>
    </dsp:sp>
    <dsp:sp modelId="{D10C8AA2-EB77-41FE-8068-4AD9E65D033A}">
      <dsp:nvSpPr>
        <dsp:cNvPr id="0" name=""/>
        <dsp:cNvSpPr/>
      </dsp:nvSpPr>
      <dsp:spPr>
        <a:xfrm>
          <a:off x="2896433" y="820691"/>
          <a:ext cx="127675" cy="12012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a:t>
          </a:r>
        </a:p>
      </dsp:txBody>
      <dsp:txXfrm>
        <a:off x="2915131" y="838283"/>
        <a:ext cx="90279" cy="84939"/>
      </dsp:txXfrm>
    </dsp:sp>
    <dsp:sp modelId="{BF84FA32-ED37-4EC4-BB65-1FE35CF1ADF9}">
      <dsp:nvSpPr>
        <dsp:cNvPr id="0" name=""/>
        <dsp:cNvSpPr/>
      </dsp:nvSpPr>
      <dsp:spPr>
        <a:xfrm rot="20458551">
          <a:off x="6799890" y="850570"/>
          <a:ext cx="650388" cy="404407"/>
        </a:xfrm>
        <a:prstGeom prst="rightArrow">
          <a:avLst>
            <a:gd name="adj1" fmla="val 60000"/>
            <a:gd name="adj2" fmla="val 50000"/>
          </a:avLst>
        </a:prstGeom>
        <a:solidFill>
          <a:schemeClr val="accent4">
            <a:hueOff val="407026"/>
            <a:satOff val="-15508"/>
            <a:lumOff val="771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803203" y="951224"/>
        <a:ext cx="529066" cy="242645"/>
      </dsp:txXfrm>
    </dsp:sp>
    <dsp:sp modelId="{23A69B37-F3D5-483D-A026-8F3F4F67DC49}">
      <dsp:nvSpPr>
        <dsp:cNvPr id="0" name=""/>
        <dsp:cNvSpPr/>
      </dsp:nvSpPr>
      <dsp:spPr>
        <a:xfrm>
          <a:off x="7718649" y="766040"/>
          <a:ext cx="127675" cy="120123"/>
        </a:xfrm>
        <a:prstGeom prst="ellipse">
          <a:avLst/>
        </a:prstGeom>
        <a:solidFill>
          <a:schemeClr val="accent4">
            <a:hueOff val="407026"/>
            <a:satOff val="-15508"/>
            <a:lumOff val="77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a:t>
          </a:r>
        </a:p>
      </dsp:txBody>
      <dsp:txXfrm>
        <a:off x="7737347" y="783632"/>
        <a:ext cx="90279" cy="84939"/>
      </dsp:txXfrm>
    </dsp:sp>
    <dsp:sp modelId="{26CBD3E4-690C-4F35-9D8A-B768F6670A9E}">
      <dsp:nvSpPr>
        <dsp:cNvPr id="0" name=""/>
        <dsp:cNvSpPr/>
      </dsp:nvSpPr>
      <dsp:spPr>
        <a:xfrm rot="3069919">
          <a:off x="6199197" y="2690661"/>
          <a:ext cx="627297" cy="404407"/>
        </a:xfrm>
        <a:prstGeom prst="rightArrow">
          <a:avLst>
            <a:gd name="adj1" fmla="val 60000"/>
            <a:gd name="adj2" fmla="val 50000"/>
          </a:avLst>
        </a:prstGeom>
        <a:solidFill>
          <a:schemeClr val="accent4">
            <a:hueOff val="814052"/>
            <a:satOff val="-31015"/>
            <a:lumOff val="1542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221819" y="2724290"/>
        <a:ext cx="505975" cy="242645"/>
      </dsp:txXfrm>
    </dsp:sp>
    <dsp:sp modelId="{446529D9-21F4-4B2B-813B-41C9C3B9ECB6}">
      <dsp:nvSpPr>
        <dsp:cNvPr id="0" name=""/>
        <dsp:cNvSpPr/>
      </dsp:nvSpPr>
      <dsp:spPr>
        <a:xfrm>
          <a:off x="6134476" y="3340963"/>
          <a:ext cx="2260379" cy="971636"/>
        </a:xfrm>
        <a:prstGeom prst="ellipse">
          <a:avLst/>
        </a:prstGeom>
        <a:solidFill>
          <a:schemeClr val="accent4">
            <a:hueOff val="814052"/>
            <a:satOff val="-31015"/>
            <a:lumOff val="154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Reinforcement Learning</a:t>
          </a:r>
        </a:p>
      </dsp:txBody>
      <dsp:txXfrm>
        <a:off x="6465501" y="3483256"/>
        <a:ext cx="1598329" cy="687050"/>
      </dsp:txXfrm>
    </dsp:sp>
    <dsp:sp modelId="{1B7F6A39-E54C-44A9-93C0-29ACE16595B2}">
      <dsp:nvSpPr>
        <dsp:cNvPr id="0" name=""/>
        <dsp:cNvSpPr/>
      </dsp:nvSpPr>
      <dsp:spPr>
        <a:xfrm rot="7568350">
          <a:off x="4250657" y="2704389"/>
          <a:ext cx="589151" cy="404407"/>
        </a:xfrm>
        <a:prstGeom prst="rightArrow">
          <a:avLst>
            <a:gd name="adj1" fmla="val 60000"/>
            <a:gd name="adj2" fmla="val 50000"/>
          </a:avLst>
        </a:prstGeom>
        <a:solidFill>
          <a:schemeClr val="accent4">
            <a:hueOff val="1221077"/>
            <a:satOff val="-46523"/>
            <a:lumOff val="2313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4347093" y="2736281"/>
        <a:ext cx="467829" cy="242645"/>
      </dsp:txXfrm>
    </dsp:sp>
    <dsp:sp modelId="{86D0DC4D-75A7-4437-AEF7-2728B4B8F764}">
      <dsp:nvSpPr>
        <dsp:cNvPr id="0" name=""/>
        <dsp:cNvSpPr/>
      </dsp:nvSpPr>
      <dsp:spPr>
        <a:xfrm>
          <a:off x="2822102" y="3340966"/>
          <a:ext cx="2083376" cy="997555"/>
        </a:xfrm>
        <a:prstGeom prst="ellipse">
          <a:avLst/>
        </a:prstGeom>
        <a:solidFill>
          <a:schemeClr val="accent4">
            <a:hueOff val="1221077"/>
            <a:satOff val="-46523"/>
            <a:lumOff val="231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Semi supervised Learning</a:t>
          </a:r>
          <a:endParaRPr lang="en-US" sz="1400" kern="1200" dirty="0"/>
        </a:p>
      </dsp:txBody>
      <dsp:txXfrm>
        <a:off x="3127205" y="3487055"/>
        <a:ext cx="1473170" cy="70537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hueOff val="414507"/>
            <a:satOff val="39495"/>
            <a:lumOff val="-16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hueOff val="414507"/>
            <a:satOff val="39495"/>
            <a:lumOff val="-1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816775" y="803784"/>
          <a:ext cx="2097779" cy="1182393"/>
        </a:xfrm>
        <a:prstGeom prst="ellipse">
          <a:avLst/>
        </a:prstGeom>
        <a:solidFill>
          <a:srgbClr val="1BB8B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123988" y="976941"/>
        <a:ext cx="1483353" cy="836079"/>
      </dsp:txXfrm>
    </dsp:sp>
    <dsp:sp modelId="{7245A132-5DFB-4116-8442-5AC24D7C6B23}">
      <dsp:nvSpPr>
        <dsp:cNvPr id="0" name=""/>
        <dsp:cNvSpPr/>
      </dsp:nvSpPr>
      <dsp:spPr>
        <a:xfrm rot="20607922">
          <a:off x="2870323" y="936897"/>
          <a:ext cx="203110" cy="25936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71583" y="997441"/>
        <a:ext cx="142177" cy="155617"/>
      </dsp:txXfrm>
    </dsp:sp>
    <dsp:sp modelId="{AB2BAFAF-6E44-408A-98EC-5B9CB1218E0F}">
      <dsp:nvSpPr>
        <dsp:cNvPr id="0" name=""/>
        <dsp:cNvSpPr/>
      </dsp:nvSpPr>
      <dsp:spPr>
        <a:xfrm>
          <a:off x="3130519" y="61100"/>
          <a:ext cx="1477992" cy="147799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46966" y="277547"/>
        <a:ext cx="1045098" cy="1045098"/>
      </dsp:txXfrm>
    </dsp:sp>
    <dsp:sp modelId="{3FB79A28-1CEF-41B3-977D-DDC30B2DEF60}">
      <dsp:nvSpPr>
        <dsp:cNvPr id="0" name=""/>
        <dsp:cNvSpPr/>
      </dsp:nvSpPr>
      <dsp:spPr>
        <a:xfrm rot="2245238">
          <a:off x="2581083" y="1970115"/>
          <a:ext cx="411510" cy="259363"/>
        </a:xfrm>
        <a:prstGeom prst="rightArrow">
          <a:avLst>
            <a:gd name="adj1" fmla="val 60000"/>
            <a:gd name="adj2" fmla="val 50000"/>
          </a:avLst>
        </a:prstGeom>
        <a:solidFill>
          <a:schemeClr val="accent3">
            <a:hueOff val="3029567"/>
            <a:satOff val="18270"/>
            <a:lumOff val="-110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589090" y="1998347"/>
        <a:ext cx="333701" cy="155617"/>
      </dsp:txXfrm>
    </dsp:sp>
    <dsp:sp modelId="{6D8CF351-8074-4D1F-BEAB-5FE945A17F5E}">
      <dsp:nvSpPr>
        <dsp:cNvPr id="0" name=""/>
        <dsp:cNvSpPr/>
      </dsp:nvSpPr>
      <dsp:spPr>
        <a:xfrm>
          <a:off x="2952320" y="2052843"/>
          <a:ext cx="1477992" cy="1477992"/>
        </a:xfrm>
        <a:prstGeom prst="ellipse">
          <a:avLst/>
        </a:prstGeom>
        <a:solidFill>
          <a:schemeClr val="accent3">
            <a:hueOff val="3029567"/>
            <a:satOff val="18270"/>
            <a:lumOff val="-11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3168767" y="2269290"/>
        <a:ext cx="1045098" cy="1045098"/>
      </dsp:txXfrm>
    </dsp:sp>
    <dsp:sp modelId="{08CE5EAF-7FBB-4A20-B85D-DCDD82F8F2FC}">
      <dsp:nvSpPr>
        <dsp:cNvPr id="0" name=""/>
        <dsp:cNvSpPr/>
      </dsp:nvSpPr>
      <dsp:spPr>
        <a:xfrm rot="5355645">
          <a:off x="1706959" y="2168240"/>
          <a:ext cx="340714" cy="259363"/>
        </a:xfrm>
        <a:prstGeom prst="rightArrow">
          <a:avLst>
            <a:gd name="adj1" fmla="val 60000"/>
            <a:gd name="adj2" fmla="val 50000"/>
          </a:avLst>
        </a:prstGeom>
        <a:solidFill>
          <a:schemeClr val="accent3">
            <a:hueOff val="6059134"/>
            <a:satOff val="36540"/>
            <a:lumOff val="-221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45362" y="2181212"/>
        <a:ext cx="262905" cy="155617"/>
      </dsp:txXfrm>
    </dsp:sp>
    <dsp:sp modelId="{E2F1F81C-98EB-44AA-B7F9-EC704190D7CF}">
      <dsp:nvSpPr>
        <dsp:cNvPr id="0" name=""/>
        <dsp:cNvSpPr/>
      </dsp:nvSpPr>
      <dsp:spPr>
        <a:xfrm>
          <a:off x="1152126" y="2628904"/>
          <a:ext cx="1477992" cy="1477992"/>
        </a:xfrm>
        <a:prstGeom prst="ellipse">
          <a:avLst/>
        </a:prstGeom>
        <a:solidFill>
          <a:schemeClr val="accent3">
            <a:hueOff val="6059134"/>
            <a:satOff val="36540"/>
            <a:lumOff val="-221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1368573" y="2845351"/>
        <a:ext cx="1045098" cy="104509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hueOff val="414507"/>
            <a:satOff val="39495"/>
            <a:lumOff val="-16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hueOff val="414507"/>
            <a:satOff val="39495"/>
            <a:lumOff val="-1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816775" y="803784"/>
          <a:ext cx="2097779" cy="1182393"/>
        </a:xfrm>
        <a:prstGeom prst="ellipse">
          <a:avLst/>
        </a:prstGeom>
        <a:solidFill>
          <a:srgbClr val="1BB8B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123988" y="976941"/>
        <a:ext cx="1483353" cy="836079"/>
      </dsp:txXfrm>
    </dsp:sp>
    <dsp:sp modelId="{7245A132-5DFB-4116-8442-5AC24D7C6B23}">
      <dsp:nvSpPr>
        <dsp:cNvPr id="0" name=""/>
        <dsp:cNvSpPr/>
      </dsp:nvSpPr>
      <dsp:spPr>
        <a:xfrm rot="20607922">
          <a:off x="2870323" y="936897"/>
          <a:ext cx="203110" cy="25936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71583" y="997441"/>
        <a:ext cx="142177" cy="155617"/>
      </dsp:txXfrm>
    </dsp:sp>
    <dsp:sp modelId="{AB2BAFAF-6E44-408A-98EC-5B9CB1218E0F}">
      <dsp:nvSpPr>
        <dsp:cNvPr id="0" name=""/>
        <dsp:cNvSpPr/>
      </dsp:nvSpPr>
      <dsp:spPr>
        <a:xfrm>
          <a:off x="3130519" y="61100"/>
          <a:ext cx="1477992" cy="147799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46966" y="277547"/>
        <a:ext cx="1045098" cy="1045098"/>
      </dsp:txXfrm>
    </dsp:sp>
    <dsp:sp modelId="{3FB79A28-1CEF-41B3-977D-DDC30B2DEF60}">
      <dsp:nvSpPr>
        <dsp:cNvPr id="0" name=""/>
        <dsp:cNvSpPr/>
      </dsp:nvSpPr>
      <dsp:spPr>
        <a:xfrm rot="2245238">
          <a:off x="2581083" y="1970115"/>
          <a:ext cx="411510" cy="259363"/>
        </a:xfrm>
        <a:prstGeom prst="rightArrow">
          <a:avLst>
            <a:gd name="adj1" fmla="val 60000"/>
            <a:gd name="adj2" fmla="val 50000"/>
          </a:avLst>
        </a:prstGeom>
        <a:solidFill>
          <a:schemeClr val="accent3">
            <a:hueOff val="3029567"/>
            <a:satOff val="18270"/>
            <a:lumOff val="-110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589090" y="1998347"/>
        <a:ext cx="333701" cy="155617"/>
      </dsp:txXfrm>
    </dsp:sp>
    <dsp:sp modelId="{6D8CF351-8074-4D1F-BEAB-5FE945A17F5E}">
      <dsp:nvSpPr>
        <dsp:cNvPr id="0" name=""/>
        <dsp:cNvSpPr/>
      </dsp:nvSpPr>
      <dsp:spPr>
        <a:xfrm>
          <a:off x="2952320" y="2052843"/>
          <a:ext cx="1477992" cy="1477992"/>
        </a:xfrm>
        <a:prstGeom prst="ellipse">
          <a:avLst/>
        </a:prstGeom>
        <a:solidFill>
          <a:schemeClr val="accent3">
            <a:hueOff val="3029567"/>
            <a:satOff val="18270"/>
            <a:lumOff val="-11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3168767" y="2269290"/>
        <a:ext cx="1045098" cy="1045098"/>
      </dsp:txXfrm>
    </dsp:sp>
    <dsp:sp modelId="{08CE5EAF-7FBB-4A20-B85D-DCDD82F8F2FC}">
      <dsp:nvSpPr>
        <dsp:cNvPr id="0" name=""/>
        <dsp:cNvSpPr/>
      </dsp:nvSpPr>
      <dsp:spPr>
        <a:xfrm rot="5355645">
          <a:off x="1706959" y="2168240"/>
          <a:ext cx="340714" cy="259363"/>
        </a:xfrm>
        <a:prstGeom prst="rightArrow">
          <a:avLst>
            <a:gd name="adj1" fmla="val 60000"/>
            <a:gd name="adj2" fmla="val 50000"/>
          </a:avLst>
        </a:prstGeom>
        <a:solidFill>
          <a:schemeClr val="accent3">
            <a:hueOff val="6059134"/>
            <a:satOff val="36540"/>
            <a:lumOff val="-221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45362" y="2181212"/>
        <a:ext cx="262905" cy="155617"/>
      </dsp:txXfrm>
    </dsp:sp>
    <dsp:sp modelId="{E2F1F81C-98EB-44AA-B7F9-EC704190D7CF}">
      <dsp:nvSpPr>
        <dsp:cNvPr id="0" name=""/>
        <dsp:cNvSpPr/>
      </dsp:nvSpPr>
      <dsp:spPr>
        <a:xfrm>
          <a:off x="1152126" y="2628904"/>
          <a:ext cx="1477992" cy="1477992"/>
        </a:xfrm>
        <a:prstGeom prst="ellipse">
          <a:avLst/>
        </a:prstGeom>
        <a:solidFill>
          <a:schemeClr val="accent3">
            <a:hueOff val="6059134"/>
            <a:satOff val="36540"/>
            <a:lumOff val="-221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1368573" y="2845351"/>
        <a:ext cx="1045098" cy="1045098"/>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816775" y="803784"/>
          <a:ext cx="2097779" cy="1182393"/>
        </a:xfrm>
        <a:prstGeom prst="ellipse">
          <a:avLst/>
        </a:prstGeom>
        <a:solidFill>
          <a:srgbClr val="1BB8B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123988" y="976941"/>
        <a:ext cx="1483353" cy="836079"/>
      </dsp:txXfrm>
    </dsp:sp>
    <dsp:sp modelId="{7245A132-5DFB-4116-8442-5AC24D7C6B23}">
      <dsp:nvSpPr>
        <dsp:cNvPr id="0" name=""/>
        <dsp:cNvSpPr/>
      </dsp:nvSpPr>
      <dsp:spPr>
        <a:xfrm rot="20607922">
          <a:off x="2870323" y="936897"/>
          <a:ext cx="203110" cy="25936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71583" y="997441"/>
        <a:ext cx="142177" cy="155617"/>
      </dsp:txXfrm>
    </dsp:sp>
    <dsp:sp modelId="{AB2BAFAF-6E44-408A-98EC-5B9CB1218E0F}">
      <dsp:nvSpPr>
        <dsp:cNvPr id="0" name=""/>
        <dsp:cNvSpPr/>
      </dsp:nvSpPr>
      <dsp:spPr>
        <a:xfrm>
          <a:off x="3130519" y="61100"/>
          <a:ext cx="1477992" cy="147799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46966" y="277547"/>
        <a:ext cx="1045098" cy="1045098"/>
      </dsp:txXfrm>
    </dsp:sp>
    <dsp:sp modelId="{3FB79A28-1CEF-41B3-977D-DDC30B2DEF60}">
      <dsp:nvSpPr>
        <dsp:cNvPr id="0" name=""/>
        <dsp:cNvSpPr/>
      </dsp:nvSpPr>
      <dsp:spPr>
        <a:xfrm rot="2245238">
          <a:off x="2581083" y="1970115"/>
          <a:ext cx="411510" cy="259363"/>
        </a:xfrm>
        <a:prstGeom prst="rightArrow">
          <a:avLst>
            <a:gd name="adj1" fmla="val 60000"/>
            <a:gd name="adj2" fmla="val 50000"/>
          </a:avLst>
        </a:prstGeom>
        <a:solidFill>
          <a:schemeClr val="accent3">
            <a:hueOff val="3029567"/>
            <a:satOff val="18270"/>
            <a:lumOff val="-110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589090" y="1998347"/>
        <a:ext cx="333701" cy="155617"/>
      </dsp:txXfrm>
    </dsp:sp>
    <dsp:sp modelId="{6D8CF351-8074-4D1F-BEAB-5FE945A17F5E}">
      <dsp:nvSpPr>
        <dsp:cNvPr id="0" name=""/>
        <dsp:cNvSpPr/>
      </dsp:nvSpPr>
      <dsp:spPr>
        <a:xfrm>
          <a:off x="2952320" y="2052843"/>
          <a:ext cx="1477992" cy="1477992"/>
        </a:xfrm>
        <a:prstGeom prst="ellipse">
          <a:avLst/>
        </a:prstGeom>
        <a:solidFill>
          <a:schemeClr val="accent3">
            <a:hueOff val="3029567"/>
            <a:satOff val="18270"/>
            <a:lumOff val="-11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3168767" y="2269290"/>
        <a:ext cx="1045098" cy="1045098"/>
      </dsp:txXfrm>
    </dsp:sp>
    <dsp:sp modelId="{08CE5EAF-7FBB-4A20-B85D-DCDD82F8F2FC}">
      <dsp:nvSpPr>
        <dsp:cNvPr id="0" name=""/>
        <dsp:cNvSpPr/>
      </dsp:nvSpPr>
      <dsp:spPr>
        <a:xfrm rot="5355645">
          <a:off x="1706959" y="2168240"/>
          <a:ext cx="340714" cy="259363"/>
        </a:xfrm>
        <a:prstGeom prst="rightArrow">
          <a:avLst>
            <a:gd name="adj1" fmla="val 60000"/>
            <a:gd name="adj2" fmla="val 50000"/>
          </a:avLst>
        </a:prstGeom>
        <a:solidFill>
          <a:schemeClr val="accent3">
            <a:hueOff val="6059134"/>
            <a:satOff val="36540"/>
            <a:lumOff val="-221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45362" y="2181212"/>
        <a:ext cx="262905" cy="155617"/>
      </dsp:txXfrm>
    </dsp:sp>
    <dsp:sp modelId="{E2F1F81C-98EB-44AA-B7F9-EC704190D7CF}">
      <dsp:nvSpPr>
        <dsp:cNvPr id="0" name=""/>
        <dsp:cNvSpPr/>
      </dsp:nvSpPr>
      <dsp:spPr>
        <a:xfrm>
          <a:off x="1152126" y="2628904"/>
          <a:ext cx="1477992" cy="1477992"/>
        </a:xfrm>
        <a:prstGeom prst="ellipse">
          <a:avLst/>
        </a:prstGeom>
        <a:solidFill>
          <a:schemeClr val="accent3">
            <a:hueOff val="6059134"/>
            <a:satOff val="36540"/>
            <a:lumOff val="-221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1368573" y="2845351"/>
        <a:ext cx="1045098" cy="104509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hueOff val="414507"/>
            <a:satOff val="39495"/>
            <a:lumOff val="-16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hueOff val="414507"/>
            <a:satOff val="39495"/>
            <a:lumOff val="-1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8E565-8A87-4AF1-8F8F-F8F0B5B25CE5}">
      <dsp:nvSpPr>
        <dsp:cNvPr id="0" name=""/>
        <dsp:cNvSpPr/>
      </dsp:nvSpPr>
      <dsp:spPr>
        <a:xfrm>
          <a:off x="4330030" y="604663"/>
          <a:ext cx="2312724" cy="202626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kern="1200" dirty="0"/>
            <a:t>Machine Learning</a:t>
          </a:r>
        </a:p>
      </dsp:txBody>
      <dsp:txXfrm>
        <a:off x="4668721" y="901402"/>
        <a:ext cx="1635342" cy="1432782"/>
      </dsp:txXfrm>
    </dsp:sp>
    <dsp:sp modelId="{390A5350-D243-49B3-87BC-A141FB8C2230}">
      <dsp:nvSpPr>
        <dsp:cNvPr id="0" name=""/>
        <dsp:cNvSpPr/>
      </dsp:nvSpPr>
      <dsp:spPr>
        <a:xfrm rot="11775934">
          <a:off x="3348134" y="901898"/>
          <a:ext cx="755283" cy="40440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3467028" y="999770"/>
        <a:ext cx="633961" cy="242645"/>
      </dsp:txXfrm>
    </dsp:sp>
    <dsp:sp modelId="{D10C8AA2-EB77-41FE-8068-4AD9E65D033A}">
      <dsp:nvSpPr>
        <dsp:cNvPr id="0" name=""/>
        <dsp:cNvSpPr/>
      </dsp:nvSpPr>
      <dsp:spPr>
        <a:xfrm>
          <a:off x="2896433" y="820691"/>
          <a:ext cx="127675" cy="12012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a:t>
          </a:r>
        </a:p>
      </dsp:txBody>
      <dsp:txXfrm>
        <a:off x="2915131" y="838283"/>
        <a:ext cx="90279" cy="84939"/>
      </dsp:txXfrm>
    </dsp:sp>
    <dsp:sp modelId="{BF84FA32-ED37-4EC4-BB65-1FE35CF1ADF9}">
      <dsp:nvSpPr>
        <dsp:cNvPr id="0" name=""/>
        <dsp:cNvSpPr/>
      </dsp:nvSpPr>
      <dsp:spPr>
        <a:xfrm rot="20458551">
          <a:off x="6799890" y="850570"/>
          <a:ext cx="650388" cy="404407"/>
        </a:xfrm>
        <a:prstGeom prst="rightArrow">
          <a:avLst>
            <a:gd name="adj1" fmla="val 60000"/>
            <a:gd name="adj2" fmla="val 50000"/>
          </a:avLst>
        </a:prstGeom>
        <a:solidFill>
          <a:schemeClr val="accent4">
            <a:hueOff val="407026"/>
            <a:satOff val="-15508"/>
            <a:lumOff val="771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803203" y="951224"/>
        <a:ext cx="529066" cy="242645"/>
      </dsp:txXfrm>
    </dsp:sp>
    <dsp:sp modelId="{23A69B37-F3D5-483D-A026-8F3F4F67DC49}">
      <dsp:nvSpPr>
        <dsp:cNvPr id="0" name=""/>
        <dsp:cNvSpPr/>
      </dsp:nvSpPr>
      <dsp:spPr>
        <a:xfrm>
          <a:off x="7718649" y="766040"/>
          <a:ext cx="127675" cy="120123"/>
        </a:xfrm>
        <a:prstGeom prst="ellipse">
          <a:avLst/>
        </a:prstGeom>
        <a:solidFill>
          <a:schemeClr val="accent4">
            <a:hueOff val="407026"/>
            <a:satOff val="-15508"/>
            <a:lumOff val="77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a:t>
          </a:r>
        </a:p>
      </dsp:txBody>
      <dsp:txXfrm>
        <a:off x="7737347" y="783632"/>
        <a:ext cx="90279" cy="84939"/>
      </dsp:txXfrm>
    </dsp:sp>
    <dsp:sp modelId="{26CBD3E4-690C-4F35-9D8A-B768F6670A9E}">
      <dsp:nvSpPr>
        <dsp:cNvPr id="0" name=""/>
        <dsp:cNvSpPr/>
      </dsp:nvSpPr>
      <dsp:spPr>
        <a:xfrm rot="3069919">
          <a:off x="6199197" y="2690661"/>
          <a:ext cx="627297" cy="404407"/>
        </a:xfrm>
        <a:prstGeom prst="rightArrow">
          <a:avLst>
            <a:gd name="adj1" fmla="val 60000"/>
            <a:gd name="adj2" fmla="val 50000"/>
          </a:avLst>
        </a:prstGeom>
        <a:solidFill>
          <a:schemeClr val="accent4">
            <a:hueOff val="814052"/>
            <a:satOff val="-31015"/>
            <a:lumOff val="1542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221819" y="2724290"/>
        <a:ext cx="505975" cy="242645"/>
      </dsp:txXfrm>
    </dsp:sp>
    <dsp:sp modelId="{446529D9-21F4-4B2B-813B-41C9C3B9ECB6}">
      <dsp:nvSpPr>
        <dsp:cNvPr id="0" name=""/>
        <dsp:cNvSpPr/>
      </dsp:nvSpPr>
      <dsp:spPr>
        <a:xfrm>
          <a:off x="6134476" y="3340963"/>
          <a:ext cx="2260379" cy="971636"/>
        </a:xfrm>
        <a:prstGeom prst="ellipse">
          <a:avLst/>
        </a:prstGeom>
        <a:solidFill>
          <a:schemeClr val="accent4">
            <a:hueOff val="814052"/>
            <a:satOff val="-31015"/>
            <a:lumOff val="154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Reinforcement Learning</a:t>
          </a:r>
        </a:p>
      </dsp:txBody>
      <dsp:txXfrm>
        <a:off x="6465501" y="3483256"/>
        <a:ext cx="1598329" cy="687050"/>
      </dsp:txXfrm>
    </dsp:sp>
    <dsp:sp modelId="{1B7F6A39-E54C-44A9-93C0-29ACE16595B2}">
      <dsp:nvSpPr>
        <dsp:cNvPr id="0" name=""/>
        <dsp:cNvSpPr/>
      </dsp:nvSpPr>
      <dsp:spPr>
        <a:xfrm rot="7568350">
          <a:off x="4250657" y="2704389"/>
          <a:ext cx="589151" cy="404407"/>
        </a:xfrm>
        <a:prstGeom prst="rightArrow">
          <a:avLst>
            <a:gd name="adj1" fmla="val 60000"/>
            <a:gd name="adj2" fmla="val 50000"/>
          </a:avLst>
        </a:prstGeom>
        <a:solidFill>
          <a:schemeClr val="accent4">
            <a:hueOff val="1221077"/>
            <a:satOff val="-46523"/>
            <a:lumOff val="2313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4347093" y="2736281"/>
        <a:ext cx="467829" cy="242645"/>
      </dsp:txXfrm>
    </dsp:sp>
    <dsp:sp modelId="{86D0DC4D-75A7-4437-AEF7-2728B4B8F764}">
      <dsp:nvSpPr>
        <dsp:cNvPr id="0" name=""/>
        <dsp:cNvSpPr/>
      </dsp:nvSpPr>
      <dsp:spPr>
        <a:xfrm>
          <a:off x="2822102" y="3340966"/>
          <a:ext cx="2083376" cy="997555"/>
        </a:xfrm>
        <a:prstGeom prst="ellipse">
          <a:avLst/>
        </a:prstGeom>
        <a:solidFill>
          <a:schemeClr val="accent4">
            <a:hueOff val="1221077"/>
            <a:satOff val="-46523"/>
            <a:lumOff val="231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Semi supervised Learning</a:t>
          </a:r>
          <a:endParaRPr lang="en-US" sz="1400" kern="1200" dirty="0"/>
        </a:p>
      </dsp:txBody>
      <dsp:txXfrm>
        <a:off x="3127205" y="3487055"/>
        <a:ext cx="1473170" cy="70537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4214849" y="1068246"/>
          <a:ext cx="1792168" cy="1107733"/>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Supervised Learning</a:t>
          </a:r>
        </a:p>
      </dsp:txBody>
      <dsp:txXfrm>
        <a:off x="4477306" y="1230470"/>
        <a:ext cx="1267254" cy="783285"/>
      </dsp:txXfrm>
    </dsp:sp>
    <dsp:sp modelId="{7245A132-5DFB-4116-8442-5AC24D7C6B23}">
      <dsp:nvSpPr>
        <dsp:cNvPr id="0" name=""/>
        <dsp:cNvSpPr/>
      </dsp:nvSpPr>
      <dsp:spPr>
        <a:xfrm rot="11324684">
          <a:off x="3911082" y="1225401"/>
          <a:ext cx="235172" cy="46047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81224" y="1322859"/>
        <a:ext cx="164620" cy="276284"/>
      </dsp:txXfrm>
    </dsp:sp>
    <dsp:sp modelId="{AB2BAFAF-6E44-408A-98EC-5B9CB1218E0F}">
      <dsp:nvSpPr>
        <dsp:cNvPr id="0" name=""/>
        <dsp:cNvSpPr/>
      </dsp:nvSpPr>
      <dsp:spPr>
        <a:xfrm>
          <a:off x="2138567" y="586509"/>
          <a:ext cx="1677859" cy="1414874"/>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Classification</a:t>
          </a:r>
        </a:p>
      </dsp:txBody>
      <dsp:txXfrm>
        <a:off x="2384284" y="793713"/>
        <a:ext cx="1186425" cy="1000466"/>
      </dsp:txXfrm>
    </dsp:sp>
    <dsp:sp modelId="{3FB79A28-1CEF-41B3-977D-DDC30B2DEF60}">
      <dsp:nvSpPr>
        <dsp:cNvPr id="0" name=""/>
        <dsp:cNvSpPr/>
      </dsp:nvSpPr>
      <dsp:spPr>
        <a:xfrm rot="8050044">
          <a:off x="4283230" y="2078177"/>
          <a:ext cx="322128" cy="460474"/>
        </a:xfrm>
        <a:prstGeom prst="rightArrow">
          <a:avLst>
            <a:gd name="adj1" fmla="val 60000"/>
            <a:gd name="adj2" fmla="val 50000"/>
          </a:avLst>
        </a:prstGeom>
        <a:solidFill>
          <a:schemeClr val="accent5">
            <a:hueOff val="414507"/>
            <a:satOff val="39495"/>
            <a:lumOff val="-16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365216" y="2135612"/>
        <a:ext cx="225490" cy="276284"/>
      </dsp:txXfrm>
    </dsp:sp>
    <dsp:sp modelId="{6D8CF351-8074-4D1F-BEAB-5FE945A17F5E}">
      <dsp:nvSpPr>
        <dsp:cNvPr id="0" name=""/>
        <dsp:cNvSpPr/>
      </dsp:nvSpPr>
      <dsp:spPr>
        <a:xfrm>
          <a:off x="2952328" y="2371479"/>
          <a:ext cx="1545879" cy="1354335"/>
        </a:xfrm>
        <a:prstGeom prst="ellipse">
          <a:avLst/>
        </a:prstGeom>
        <a:solidFill>
          <a:schemeClr val="accent5">
            <a:hueOff val="414507"/>
            <a:satOff val="39495"/>
            <a:lumOff val="-1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Regression</a:t>
          </a:r>
        </a:p>
      </dsp:txBody>
      <dsp:txXfrm>
        <a:off x="3178717" y="2569817"/>
        <a:ext cx="1093101" cy="95765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4CA6C-7B96-4237-9523-A1E783632F36}">
      <dsp:nvSpPr>
        <dsp:cNvPr id="0" name=""/>
        <dsp:cNvSpPr/>
      </dsp:nvSpPr>
      <dsp:spPr>
        <a:xfrm>
          <a:off x="816775" y="803784"/>
          <a:ext cx="2097779" cy="1182393"/>
        </a:xfrm>
        <a:prstGeom prst="ellipse">
          <a:avLst/>
        </a:prstGeom>
        <a:solidFill>
          <a:srgbClr val="1BB8B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33425">
            <a:lnSpc>
              <a:spcPct val="90000"/>
            </a:lnSpc>
            <a:spcBef>
              <a:spcPct val="0"/>
            </a:spcBef>
            <a:spcAft>
              <a:spcPct val="35000"/>
            </a:spcAft>
            <a:buNone/>
          </a:pPr>
          <a:r>
            <a:rPr lang="en-US" sz="1650" kern="1200" dirty="0"/>
            <a:t>Unsupervised Learning</a:t>
          </a:r>
        </a:p>
      </dsp:txBody>
      <dsp:txXfrm>
        <a:off x="1123988" y="976941"/>
        <a:ext cx="1483353" cy="836079"/>
      </dsp:txXfrm>
    </dsp:sp>
    <dsp:sp modelId="{7245A132-5DFB-4116-8442-5AC24D7C6B23}">
      <dsp:nvSpPr>
        <dsp:cNvPr id="0" name=""/>
        <dsp:cNvSpPr/>
      </dsp:nvSpPr>
      <dsp:spPr>
        <a:xfrm rot="20607922">
          <a:off x="2870323" y="936897"/>
          <a:ext cx="203110" cy="25936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71583" y="997441"/>
        <a:ext cx="142177" cy="155617"/>
      </dsp:txXfrm>
    </dsp:sp>
    <dsp:sp modelId="{AB2BAFAF-6E44-408A-98EC-5B9CB1218E0F}">
      <dsp:nvSpPr>
        <dsp:cNvPr id="0" name=""/>
        <dsp:cNvSpPr/>
      </dsp:nvSpPr>
      <dsp:spPr>
        <a:xfrm>
          <a:off x="3130519" y="61100"/>
          <a:ext cx="1477992" cy="147799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Clustering</a:t>
          </a:r>
          <a:endParaRPr lang="en-US" sz="1000" kern="1200" dirty="0"/>
        </a:p>
      </dsp:txBody>
      <dsp:txXfrm>
        <a:off x="3346966" y="277547"/>
        <a:ext cx="1045098" cy="1045098"/>
      </dsp:txXfrm>
    </dsp:sp>
    <dsp:sp modelId="{3FB79A28-1CEF-41B3-977D-DDC30B2DEF60}">
      <dsp:nvSpPr>
        <dsp:cNvPr id="0" name=""/>
        <dsp:cNvSpPr/>
      </dsp:nvSpPr>
      <dsp:spPr>
        <a:xfrm rot="2245238">
          <a:off x="2581083" y="1970115"/>
          <a:ext cx="411510" cy="259363"/>
        </a:xfrm>
        <a:prstGeom prst="rightArrow">
          <a:avLst>
            <a:gd name="adj1" fmla="val 60000"/>
            <a:gd name="adj2" fmla="val 50000"/>
          </a:avLst>
        </a:prstGeom>
        <a:solidFill>
          <a:schemeClr val="accent3">
            <a:hueOff val="3029567"/>
            <a:satOff val="18270"/>
            <a:lumOff val="-110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589090" y="1998347"/>
        <a:ext cx="333701" cy="155617"/>
      </dsp:txXfrm>
    </dsp:sp>
    <dsp:sp modelId="{6D8CF351-8074-4D1F-BEAB-5FE945A17F5E}">
      <dsp:nvSpPr>
        <dsp:cNvPr id="0" name=""/>
        <dsp:cNvSpPr/>
      </dsp:nvSpPr>
      <dsp:spPr>
        <a:xfrm>
          <a:off x="2952320" y="2052843"/>
          <a:ext cx="1477992" cy="1477992"/>
        </a:xfrm>
        <a:prstGeom prst="ellipse">
          <a:avLst/>
        </a:prstGeom>
        <a:solidFill>
          <a:schemeClr val="accent3">
            <a:hueOff val="3029567"/>
            <a:satOff val="18270"/>
            <a:lumOff val="-11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Dimensionality Reduction</a:t>
          </a:r>
        </a:p>
      </dsp:txBody>
      <dsp:txXfrm>
        <a:off x="3168767" y="2269290"/>
        <a:ext cx="1045098" cy="1045098"/>
      </dsp:txXfrm>
    </dsp:sp>
    <dsp:sp modelId="{08CE5EAF-7FBB-4A20-B85D-DCDD82F8F2FC}">
      <dsp:nvSpPr>
        <dsp:cNvPr id="0" name=""/>
        <dsp:cNvSpPr/>
      </dsp:nvSpPr>
      <dsp:spPr>
        <a:xfrm rot="5355645">
          <a:off x="1706959" y="2168240"/>
          <a:ext cx="340714" cy="259363"/>
        </a:xfrm>
        <a:prstGeom prst="rightArrow">
          <a:avLst>
            <a:gd name="adj1" fmla="val 60000"/>
            <a:gd name="adj2" fmla="val 50000"/>
          </a:avLst>
        </a:prstGeom>
        <a:solidFill>
          <a:schemeClr val="accent3">
            <a:hueOff val="6059134"/>
            <a:satOff val="36540"/>
            <a:lumOff val="-221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45362" y="2181212"/>
        <a:ext cx="262905" cy="155617"/>
      </dsp:txXfrm>
    </dsp:sp>
    <dsp:sp modelId="{E2F1F81C-98EB-44AA-B7F9-EC704190D7CF}">
      <dsp:nvSpPr>
        <dsp:cNvPr id="0" name=""/>
        <dsp:cNvSpPr/>
      </dsp:nvSpPr>
      <dsp:spPr>
        <a:xfrm>
          <a:off x="1152126" y="2628904"/>
          <a:ext cx="1477992" cy="1477992"/>
        </a:xfrm>
        <a:prstGeom prst="ellipse">
          <a:avLst/>
        </a:prstGeom>
        <a:solidFill>
          <a:schemeClr val="accent3">
            <a:hueOff val="6059134"/>
            <a:satOff val="36540"/>
            <a:lumOff val="-221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Association Rules</a:t>
          </a:r>
        </a:p>
      </dsp:txBody>
      <dsp:txXfrm>
        <a:off x="1368573" y="2845351"/>
        <a:ext cx="1045098" cy="1045098"/>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pPr>
              <a:defRPr/>
            </a:pPr>
            <a:endParaRPr lang="de-DE" dirty="0"/>
          </a:p>
        </p:txBody>
      </p:sp>
      <p:sp>
        <p:nvSpPr>
          <p:cNvPr id="3" name="Datumsplatzhalter 2"/>
          <p:cNvSpPr>
            <a:spLocks noGrp="1"/>
          </p:cNvSpPr>
          <p:nvPr>
            <p:ph type="dt" sz="quarter" idx="1"/>
          </p:nvPr>
        </p:nvSpPr>
        <p:spPr>
          <a:xfrm>
            <a:off x="4021138" y="0"/>
            <a:ext cx="3076575" cy="511175"/>
          </a:xfrm>
          <a:prstGeom prst="rect">
            <a:avLst/>
          </a:prstGeom>
        </p:spPr>
        <p:txBody>
          <a:bodyPr vert="horz" lIns="91440" tIns="45720" rIns="91440" bIns="45720" rtlCol="0"/>
          <a:lstStyle>
            <a:lvl1pPr algn="r">
              <a:defRPr sz="1200"/>
            </a:lvl1pPr>
          </a:lstStyle>
          <a:p>
            <a:pPr>
              <a:defRPr/>
            </a:pPr>
            <a:fld id="{21366769-0C17-442A-895B-E938084F436D}" type="datetimeFigureOut">
              <a:rPr lang="de-DE"/>
              <a:pPr>
                <a:defRPr/>
              </a:pPr>
              <a:t>02.04.2023</a:t>
            </a:fld>
            <a:endParaRPr lang="de-DE" dirty="0"/>
          </a:p>
        </p:txBody>
      </p:sp>
      <p:sp>
        <p:nvSpPr>
          <p:cNvPr id="4" name="Fußzeilenplatzhalter 3"/>
          <p:cNvSpPr>
            <a:spLocks noGrp="1"/>
          </p:cNvSpPr>
          <p:nvPr>
            <p:ph type="ftr" sz="quarter" idx="2"/>
          </p:nvPr>
        </p:nvSpPr>
        <p:spPr>
          <a:xfrm>
            <a:off x="0" y="9721850"/>
            <a:ext cx="3076575" cy="511175"/>
          </a:xfrm>
          <a:prstGeom prst="rect">
            <a:avLst/>
          </a:prstGeom>
        </p:spPr>
        <p:txBody>
          <a:bodyPr vert="horz" lIns="91440" tIns="45720" rIns="91440" bIns="45720" rtlCol="0" anchor="b"/>
          <a:lstStyle>
            <a:lvl1pPr algn="l">
              <a:defRPr sz="1200"/>
            </a:lvl1pPr>
          </a:lstStyle>
          <a:p>
            <a:pPr>
              <a:defRPr/>
            </a:pPr>
            <a:endParaRPr lang="de-DE" dirty="0"/>
          </a:p>
        </p:txBody>
      </p:sp>
      <p:sp>
        <p:nvSpPr>
          <p:cNvPr id="5" name="Foliennummernplatzhalter 4"/>
          <p:cNvSpPr>
            <a:spLocks noGrp="1"/>
          </p:cNvSpPr>
          <p:nvPr>
            <p:ph type="sldNum" sz="quarter" idx="3"/>
          </p:nvPr>
        </p:nvSpPr>
        <p:spPr>
          <a:xfrm>
            <a:off x="4021138" y="9721850"/>
            <a:ext cx="3076575" cy="511175"/>
          </a:xfrm>
          <a:prstGeom prst="rect">
            <a:avLst/>
          </a:prstGeom>
        </p:spPr>
        <p:txBody>
          <a:bodyPr vert="horz" lIns="91440" tIns="45720" rIns="91440" bIns="45720" rtlCol="0" anchor="b"/>
          <a:lstStyle>
            <a:lvl1pPr algn="r">
              <a:defRPr sz="1200"/>
            </a:lvl1pPr>
          </a:lstStyle>
          <a:p>
            <a:pPr>
              <a:defRPr/>
            </a:pPr>
            <a:fld id="{05F8A2BA-4E50-4B93-8DA2-75B10B09DE6E}" type="slidenum">
              <a:rPr lang="de-DE"/>
              <a:pPr>
                <a:defRPr/>
              </a:pPr>
              <a:t>‹#›</a:t>
            </a:fld>
            <a:endParaRPr lang="de-DE" dirty="0"/>
          </a:p>
        </p:txBody>
      </p:sp>
    </p:spTree>
    <p:extLst>
      <p:ext uri="{BB962C8B-B14F-4D97-AF65-F5344CB8AC3E}">
        <p14:creationId xmlns:p14="http://schemas.microsoft.com/office/powerpoint/2010/main" val="581739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029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b="0">
                <a:latin typeface="Arial" charset="0"/>
              </a:defRPr>
            </a:lvl1pPr>
          </a:lstStyle>
          <a:p>
            <a:pPr>
              <a:defRPr/>
            </a:pPr>
            <a:endParaRPr lang="de-DE" dirty="0"/>
          </a:p>
        </p:txBody>
      </p:sp>
      <p:sp>
        <p:nvSpPr>
          <p:cNvPr id="140291"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b="0">
                <a:latin typeface="Arial" charset="0"/>
              </a:defRPr>
            </a:lvl1pPr>
          </a:lstStyle>
          <a:p>
            <a:pPr>
              <a:defRPr/>
            </a:pPr>
            <a:endParaRPr lang="de-DE" dirty="0"/>
          </a:p>
        </p:txBody>
      </p:sp>
      <p:sp>
        <p:nvSpPr>
          <p:cNvPr id="798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p:spPr>
      </p:sp>
      <p:sp>
        <p:nvSpPr>
          <p:cNvPr id="140293"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140294"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b="0">
                <a:latin typeface="Arial" charset="0"/>
              </a:defRPr>
            </a:lvl1pPr>
          </a:lstStyle>
          <a:p>
            <a:pPr>
              <a:defRPr/>
            </a:pPr>
            <a:endParaRPr lang="de-DE" dirty="0"/>
          </a:p>
        </p:txBody>
      </p:sp>
      <p:sp>
        <p:nvSpPr>
          <p:cNvPr id="140295"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b="0">
                <a:latin typeface="Arial" charset="0"/>
              </a:defRPr>
            </a:lvl1pPr>
          </a:lstStyle>
          <a:p>
            <a:pPr>
              <a:defRPr/>
            </a:pPr>
            <a:fld id="{E7A11710-6318-4617-9CDC-41D645B51453}" type="slidenum">
              <a:rPr lang="de-DE"/>
              <a:pPr>
                <a:defRPr/>
              </a:pPr>
              <a:t>‹#›</a:t>
            </a:fld>
            <a:endParaRPr lang="de-DE" dirty="0"/>
          </a:p>
        </p:txBody>
      </p:sp>
    </p:spTree>
    <p:extLst>
      <p:ext uri="{BB962C8B-B14F-4D97-AF65-F5344CB8AC3E}">
        <p14:creationId xmlns:p14="http://schemas.microsoft.com/office/powerpoint/2010/main" val="17155594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39700" y="768350"/>
            <a:ext cx="6819900" cy="3836988"/>
          </a:xfrm>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E7A11710-6318-4617-9CDC-41D645B51453}" type="slidenum">
              <a:rPr lang="de-DE" smtClean="0"/>
              <a:pPr>
                <a:defRPr/>
              </a:pPr>
              <a:t>1</a:t>
            </a:fld>
            <a:endParaRPr lang="de-DE" dirty="0"/>
          </a:p>
        </p:txBody>
      </p:sp>
    </p:spTree>
    <p:extLst>
      <p:ext uri="{BB962C8B-B14F-4D97-AF65-F5344CB8AC3E}">
        <p14:creationId xmlns:p14="http://schemas.microsoft.com/office/powerpoint/2010/main" val="1837914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In machine learning classification problems, there are often too many factors on the basis of which the final classification is done. These factors are basically variables called features. The higher the number of features, the harder it gets to visualize the training set and then work on it. Sometimes, most of these features are correlated, and hence redundant. This is where dimensionality reduction algorithms come into play</a:t>
            </a:r>
            <a:endParaRPr lang="en-US" dirty="0"/>
          </a:p>
        </p:txBody>
      </p:sp>
      <p:sp>
        <p:nvSpPr>
          <p:cNvPr id="4" name="Slide Number Placeholder 3"/>
          <p:cNvSpPr>
            <a:spLocks noGrp="1"/>
          </p:cNvSpPr>
          <p:nvPr>
            <p:ph type="sldNum" sz="quarter" idx="10"/>
          </p:nvPr>
        </p:nvSpPr>
        <p:spPr/>
        <p:txBody>
          <a:bodyPr/>
          <a:lstStyle/>
          <a:p>
            <a:pPr>
              <a:defRPr/>
            </a:pPr>
            <a:fld id="{E7A11710-6318-4617-9CDC-41D645B51453}" type="slidenum">
              <a:rPr lang="de-DE" smtClean="0"/>
              <a:pPr>
                <a:defRPr/>
              </a:pPr>
              <a:t>8</a:t>
            </a:fld>
            <a:endParaRPr lang="de-DE" dirty="0"/>
          </a:p>
        </p:txBody>
      </p:sp>
    </p:spTree>
    <p:extLst>
      <p:ext uri="{BB962C8B-B14F-4D97-AF65-F5344CB8AC3E}">
        <p14:creationId xmlns:p14="http://schemas.microsoft.com/office/powerpoint/2010/main" val="3420108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In machine learning classification problems, there are often too many factors on the basis of which the final classification is done. These factors are basically variables called features. The higher the number of features, the harder it gets to visualize the training set and then work on it. Sometimes, most of these features are correlated, and hence redundant. This is where dimensionality reduction algorithms come into play</a:t>
            </a:r>
            <a:endParaRPr lang="en-US" dirty="0"/>
          </a:p>
        </p:txBody>
      </p:sp>
      <p:sp>
        <p:nvSpPr>
          <p:cNvPr id="4" name="Slide Number Placeholder 3"/>
          <p:cNvSpPr>
            <a:spLocks noGrp="1"/>
          </p:cNvSpPr>
          <p:nvPr>
            <p:ph type="sldNum" sz="quarter" idx="10"/>
          </p:nvPr>
        </p:nvSpPr>
        <p:spPr/>
        <p:txBody>
          <a:bodyPr/>
          <a:lstStyle/>
          <a:p>
            <a:pPr>
              <a:defRPr/>
            </a:pPr>
            <a:fld id="{E7A11710-6318-4617-9CDC-41D645B51453}" type="slidenum">
              <a:rPr lang="de-DE" smtClean="0"/>
              <a:pPr>
                <a:defRPr/>
              </a:pPr>
              <a:t>9</a:t>
            </a:fld>
            <a:endParaRPr lang="de-DE" dirty="0"/>
          </a:p>
        </p:txBody>
      </p:sp>
    </p:spTree>
    <p:extLst>
      <p:ext uri="{BB962C8B-B14F-4D97-AF65-F5344CB8AC3E}">
        <p14:creationId xmlns:p14="http://schemas.microsoft.com/office/powerpoint/2010/main" val="2183370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A11710-6318-4617-9CDC-41D645B51453}" type="slidenum">
              <a:rPr lang="de-DE" smtClean="0"/>
              <a:pPr>
                <a:defRPr/>
              </a:pPr>
              <a:t>11</a:t>
            </a:fld>
            <a:endParaRPr lang="de-DE" dirty="0"/>
          </a:p>
        </p:txBody>
      </p:sp>
    </p:spTree>
    <p:extLst>
      <p:ext uri="{BB962C8B-B14F-4D97-AF65-F5344CB8AC3E}">
        <p14:creationId xmlns:p14="http://schemas.microsoft.com/office/powerpoint/2010/main" val="3093241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A11710-6318-4617-9CDC-41D645B51453}" type="slidenum">
              <a:rPr lang="de-DE" smtClean="0"/>
              <a:pPr>
                <a:defRPr/>
              </a:pPr>
              <a:t>12</a:t>
            </a:fld>
            <a:endParaRPr lang="de-DE" dirty="0"/>
          </a:p>
        </p:txBody>
      </p:sp>
    </p:spTree>
    <p:extLst>
      <p:ext uri="{BB962C8B-B14F-4D97-AF65-F5344CB8AC3E}">
        <p14:creationId xmlns:p14="http://schemas.microsoft.com/office/powerpoint/2010/main" val="42795040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914400" y="2130426"/>
            <a:ext cx="10363200" cy="1470025"/>
          </a:xfrm>
        </p:spPr>
        <p:txBody>
          <a:bodyPr/>
          <a:lstStyle>
            <a:lvl1pPr algn="ctr">
              <a:defRPr sz="3200">
                <a:latin typeface="Calibri" pitchFamily="34" charset="0"/>
              </a:defRPr>
            </a:lvl1pPr>
          </a:lstStyle>
          <a:p>
            <a:r>
              <a:rPr lang="de-DE" dirty="0"/>
              <a:t>Titelmasterformat durch Klicken bearbeiten</a:t>
            </a:r>
          </a:p>
        </p:txBody>
      </p:sp>
      <p:sp>
        <p:nvSpPr>
          <p:cNvPr id="3" name="Untertitel 2"/>
          <p:cNvSpPr>
            <a:spLocks noGrp="1"/>
          </p:cNvSpPr>
          <p:nvPr>
            <p:ph type="subTitle" idx="1"/>
          </p:nvPr>
        </p:nvSpPr>
        <p:spPr>
          <a:xfrm>
            <a:off x="1828800" y="3886200"/>
            <a:ext cx="8534400" cy="1752600"/>
          </a:xfrm>
        </p:spPr>
        <p:txBody>
          <a:bodyPr/>
          <a:lstStyle>
            <a:lvl1pPr marL="0" indent="0" algn="ctr">
              <a:buNone/>
              <a:defRPr>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dirty="0"/>
              <a:t>Formatvorlage des Untertitelmasters durch Klicken bearbeiten</a:t>
            </a:r>
          </a:p>
        </p:txBody>
      </p:sp>
      <p:sp>
        <p:nvSpPr>
          <p:cNvPr id="8" name="Date Placeholder 7"/>
          <p:cNvSpPr>
            <a:spLocks noGrp="1"/>
          </p:cNvSpPr>
          <p:nvPr>
            <p:ph type="dt" sz="half" idx="10"/>
          </p:nvPr>
        </p:nvSpPr>
        <p:spPr>
          <a:xfrm>
            <a:off x="609600" y="6245225"/>
            <a:ext cx="2844800" cy="476250"/>
          </a:xfrm>
          <a:prstGeom prst="rect">
            <a:avLst/>
          </a:prstGeom>
        </p:spPr>
        <p:txBody>
          <a:bodyPr/>
          <a:lstStyle/>
          <a:p>
            <a:pPr>
              <a:defRPr/>
            </a:pPr>
            <a:endParaRPr lang="de-DE" dirty="0"/>
          </a:p>
          <a:p>
            <a:pPr>
              <a:defRPr/>
            </a:pPr>
            <a:endParaRPr lang="de-DE" dirty="0"/>
          </a:p>
        </p:txBody>
      </p:sp>
      <p:sp>
        <p:nvSpPr>
          <p:cNvPr id="9" name="Footer Placeholder 8"/>
          <p:cNvSpPr>
            <a:spLocks noGrp="1"/>
          </p:cNvSpPr>
          <p:nvPr>
            <p:ph type="ftr" sz="quarter" idx="11"/>
          </p:nvPr>
        </p:nvSpPr>
        <p:spPr>
          <a:xfrm>
            <a:off x="4165600" y="6245225"/>
            <a:ext cx="3860800" cy="476250"/>
          </a:xfrm>
          <a:prstGeom prst="rect">
            <a:avLst/>
          </a:prstGeom>
        </p:spPr>
        <p:txBody>
          <a:bodyPr/>
          <a:lstStyle>
            <a:lvl1pPr>
              <a:defRPr sz="1100"/>
            </a:lvl1pPr>
          </a:lstStyle>
          <a:p>
            <a:pPr>
              <a:defRPr/>
            </a:pPr>
            <a:endParaRPr lang="de-DE" sz="1050" dirty="0"/>
          </a:p>
        </p:txBody>
      </p:sp>
      <p:sp>
        <p:nvSpPr>
          <p:cNvPr id="10" name="Slide Number Placeholder 9"/>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itchFamily="34" charset="0"/>
              </a:defRPr>
            </a:lvl1pPr>
          </a:lstStyle>
          <a:p>
            <a:r>
              <a:rPr lang="de-DE" dirty="0"/>
              <a:t>Titelmasterformat durch Klicken bearbeiten</a:t>
            </a:r>
          </a:p>
        </p:txBody>
      </p:sp>
      <p:sp>
        <p:nvSpPr>
          <p:cNvPr id="3" name="Inhaltsplatzhalter 2"/>
          <p:cNvSpPr>
            <a:spLocks noGrp="1"/>
          </p:cNvSpPr>
          <p:nvPr>
            <p:ph idx="1"/>
          </p:nvPr>
        </p:nvSpPr>
        <p:spPr/>
        <p:txBody>
          <a:bodyPr/>
          <a:lstStyle>
            <a:lvl1pPr>
              <a:spcBef>
                <a:spcPts val="1200"/>
              </a:spcBef>
              <a:buFont typeface="Wingdings" pitchFamily="2" charset="2"/>
              <a:buChar char="§"/>
              <a:defRPr b="0">
                <a:latin typeface="Calibri" pitchFamily="34" charset="0"/>
              </a:defRPr>
            </a:lvl1pPr>
            <a:lvl2pPr>
              <a:defRPr>
                <a:latin typeface="Calibri" pitchFamily="34" charset="0"/>
              </a:defRPr>
            </a:lvl2pPr>
            <a:lvl3pPr>
              <a:buFont typeface="Wingdings" pitchFamily="2" charset="2"/>
              <a:buChar char="§"/>
              <a:defRPr>
                <a:latin typeface="Calibri" pitchFamily="34" charset="0"/>
              </a:defRPr>
            </a:lvl3pPr>
            <a:lvl4pPr>
              <a:defRPr>
                <a:latin typeface="Calibri" pitchFamily="34" charset="0"/>
              </a:defRPr>
            </a:lvl4pPr>
            <a:lvl5pPr>
              <a:defRPr>
                <a:latin typeface="Calibri" pitchFamily="34"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Slide Number Placeholder 8"/>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1"/>
            <a:ext cx="10363200" cy="1362075"/>
          </a:xfrm>
        </p:spPr>
        <p:txBody>
          <a:bodyPr anchor="t"/>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10" name="Slide Number Placeholder 9"/>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11" name="Slide Number Placeholder 10"/>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09600" y="274638"/>
            <a:ext cx="10972800" cy="1143000"/>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13" name="Slide Number Placeholder 12"/>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9" name="Slide Number Placeholder 8"/>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09601" y="273050"/>
            <a:ext cx="4011084"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11" name="Slide Number Placeholder 10"/>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a:p>
        </p:txBody>
      </p:sp>
      <p:sp>
        <p:nvSpPr>
          <p:cNvPr id="4" name="Textplatzhalt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11" name="Slide Number Placeholder 10"/>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10" name="Slide Number Placeholder 9"/>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839200" y="228601"/>
            <a:ext cx="2743200" cy="5897563"/>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609600" y="228601"/>
            <a:ext cx="8026400" cy="5897563"/>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10" name="Slide Number Placeholder 9"/>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el, Tex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609600" y="228600"/>
            <a:ext cx="10972800" cy="1143000"/>
          </a:xfrm>
        </p:spPr>
        <p:txBody>
          <a:bodyPr/>
          <a:lstStyle/>
          <a:p>
            <a:r>
              <a:rPr lang="de-DE"/>
              <a:t>Titelmasterformat durch Klicken bearbeiten</a:t>
            </a:r>
          </a:p>
        </p:txBody>
      </p:sp>
      <p:sp>
        <p:nvSpPr>
          <p:cNvPr id="3" name="Textplatzhalter 2"/>
          <p:cNvSpPr>
            <a:spLocks noGrp="1"/>
          </p:cNvSpPr>
          <p:nvPr>
            <p:ph type="body" sz="half" idx="1"/>
          </p:nvPr>
        </p:nvSpPr>
        <p:spPr>
          <a:xfrm>
            <a:off x="609600" y="1600201"/>
            <a:ext cx="5384800" cy="4525963"/>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97600" y="1600201"/>
            <a:ext cx="5384800" cy="4525963"/>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11" name="Slide Number Placeholder 10"/>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el, Text und 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609600" y="228600"/>
            <a:ext cx="10972800" cy="1143000"/>
          </a:xfrm>
        </p:spPr>
        <p:txBody>
          <a:bodyPr/>
          <a:lstStyle/>
          <a:p>
            <a:r>
              <a:rPr lang="de-DE"/>
              <a:t>Titelmasterformat durch Klicken bearbeiten</a:t>
            </a:r>
          </a:p>
        </p:txBody>
      </p:sp>
      <p:sp>
        <p:nvSpPr>
          <p:cNvPr id="3" name="Textplatzhalter 2"/>
          <p:cNvSpPr>
            <a:spLocks noGrp="1"/>
          </p:cNvSpPr>
          <p:nvPr>
            <p:ph type="body" sz="half" idx="1"/>
          </p:nvPr>
        </p:nvSpPr>
        <p:spPr>
          <a:xfrm>
            <a:off x="609600" y="1600201"/>
            <a:ext cx="5384800" cy="4525963"/>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quarter" idx="2"/>
          </p:nvPr>
        </p:nvSpPr>
        <p:spPr>
          <a:xfrm>
            <a:off x="6197600" y="1600200"/>
            <a:ext cx="5384800" cy="2185988"/>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4"/>
          <p:cNvSpPr>
            <a:spLocks noGrp="1"/>
          </p:cNvSpPr>
          <p:nvPr>
            <p:ph sz="quarter" idx="3"/>
          </p:nvPr>
        </p:nvSpPr>
        <p:spPr>
          <a:xfrm>
            <a:off x="6197600" y="3938589"/>
            <a:ext cx="5384800" cy="2187575"/>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12" name="Slide Number Placeholder 11"/>
          <p:cNvSpPr>
            <a:spLocks noGrp="1"/>
          </p:cNvSpPr>
          <p:nvPr>
            <p:ph type="sldNum" sz="quarter" idx="12"/>
          </p:nvPr>
        </p:nvSpPr>
        <p:spPr/>
        <p:txBody>
          <a:bodyPr/>
          <a:lstStyle/>
          <a:p>
            <a:pPr>
              <a:defRPr/>
            </a:pPr>
            <a:fld id="{BBD004AC-48FD-42AD-B4D1-61F927313C22}" type="slidenum">
              <a:rPr lang="de-DE" smtClean="0"/>
              <a:pPr>
                <a:defRPr/>
              </a:pPr>
              <a:t>‹#›</a:t>
            </a:fld>
            <a:endParaRPr lang="de-DE"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28600"/>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err="1"/>
              <a:t>This</a:t>
            </a:r>
            <a:r>
              <a:rPr lang="de-DE" dirty="0"/>
              <a:t> </a:t>
            </a:r>
            <a:r>
              <a:rPr lang="de-DE" dirty="0" err="1"/>
              <a:t>section</a:t>
            </a:r>
            <a:r>
              <a:rPr lang="de-DE" dirty="0"/>
              <a:t> </a:t>
            </a:r>
          </a:p>
        </p:txBody>
      </p:sp>
      <p:sp>
        <p:nvSpPr>
          <p:cNvPr id="4100" name="Line 4"/>
          <p:cNvSpPr>
            <a:spLocks noChangeShapeType="1"/>
          </p:cNvSpPr>
          <p:nvPr/>
        </p:nvSpPr>
        <p:spPr bwMode="auto">
          <a:xfrm>
            <a:off x="711200" y="1219200"/>
            <a:ext cx="10668000" cy="0"/>
          </a:xfrm>
          <a:prstGeom prst="line">
            <a:avLst/>
          </a:prstGeom>
          <a:noFill/>
          <a:ln w="9525">
            <a:solidFill>
              <a:srgbClr val="003366"/>
            </a:solidFill>
            <a:round/>
            <a:headEnd/>
            <a:tailEnd/>
          </a:ln>
          <a:effectLst/>
        </p:spPr>
        <p:txBody>
          <a:bodyPr/>
          <a:lstStyle/>
          <a:p>
            <a:pPr>
              <a:defRPr/>
            </a:pPr>
            <a:endParaRPr lang="de-DE" dirty="0"/>
          </a:p>
        </p:txBody>
      </p:sp>
      <p:sp>
        <p:nvSpPr>
          <p:cNvPr id="4102" name="Line 6"/>
          <p:cNvSpPr>
            <a:spLocks noChangeShapeType="1"/>
          </p:cNvSpPr>
          <p:nvPr/>
        </p:nvSpPr>
        <p:spPr bwMode="auto">
          <a:xfrm>
            <a:off x="812800" y="6096000"/>
            <a:ext cx="10668000" cy="0"/>
          </a:xfrm>
          <a:prstGeom prst="line">
            <a:avLst/>
          </a:prstGeom>
          <a:noFill/>
          <a:ln w="9525">
            <a:solidFill>
              <a:srgbClr val="003366"/>
            </a:solidFill>
            <a:round/>
            <a:headEnd/>
            <a:tailEnd/>
          </a:ln>
          <a:effectLst/>
        </p:spPr>
        <p:txBody>
          <a:bodyPr/>
          <a:lstStyle/>
          <a:p>
            <a:pPr>
              <a:defRPr/>
            </a:pPr>
            <a:endParaRPr lang="de-DE" dirty="0"/>
          </a:p>
        </p:txBody>
      </p:sp>
      <p:sp>
        <p:nvSpPr>
          <p:cNvPr id="15"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mn-lt"/>
              </a:defRPr>
            </a:lvl1pPr>
          </a:lstStyle>
          <a:p>
            <a:pPr>
              <a:defRPr/>
            </a:pPr>
            <a:fld id="{BBD004AC-48FD-42AD-B4D1-61F927313C22}" type="slidenum">
              <a:rPr lang="de-DE"/>
              <a:pPr>
                <a:defRPr/>
              </a:pPr>
              <a:t>‹#›</a:t>
            </a:fld>
            <a:endParaRPr lang="de-DE" dirty="0"/>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rtl="0" eaLnBrk="0" fontAlgn="base" hangingPunct="0">
        <a:spcBef>
          <a:spcPct val="0"/>
        </a:spcBef>
        <a:spcAft>
          <a:spcPct val="0"/>
        </a:spcAft>
        <a:defRPr sz="2400" b="1">
          <a:solidFill>
            <a:srgbClr val="003366"/>
          </a:solidFill>
          <a:latin typeface="+mj-lt"/>
          <a:ea typeface="+mj-ea"/>
          <a:cs typeface="+mj-cs"/>
        </a:defRPr>
      </a:lvl1pPr>
      <a:lvl2pPr algn="l" rtl="0" eaLnBrk="0" fontAlgn="base" hangingPunct="0">
        <a:spcBef>
          <a:spcPct val="0"/>
        </a:spcBef>
        <a:spcAft>
          <a:spcPct val="0"/>
        </a:spcAft>
        <a:defRPr sz="2400" b="1">
          <a:solidFill>
            <a:srgbClr val="003366"/>
          </a:solidFill>
          <a:latin typeface="Verdana" pitchFamily="34" charset="0"/>
        </a:defRPr>
      </a:lvl2pPr>
      <a:lvl3pPr algn="l" rtl="0" eaLnBrk="0" fontAlgn="base" hangingPunct="0">
        <a:spcBef>
          <a:spcPct val="0"/>
        </a:spcBef>
        <a:spcAft>
          <a:spcPct val="0"/>
        </a:spcAft>
        <a:defRPr sz="2400" b="1">
          <a:solidFill>
            <a:srgbClr val="003366"/>
          </a:solidFill>
          <a:latin typeface="Verdana" pitchFamily="34" charset="0"/>
        </a:defRPr>
      </a:lvl3pPr>
      <a:lvl4pPr algn="l" rtl="0" eaLnBrk="0" fontAlgn="base" hangingPunct="0">
        <a:spcBef>
          <a:spcPct val="0"/>
        </a:spcBef>
        <a:spcAft>
          <a:spcPct val="0"/>
        </a:spcAft>
        <a:defRPr sz="2400" b="1">
          <a:solidFill>
            <a:srgbClr val="003366"/>
          </a:solidFill>
          <a:latin typeface="Verdana" pitchFamily="34" charset="0"/>
        </a:defRPr>
      </a:lvl4pPr>
      <a:lvl5pPr algn="l" rtl="0" eaLnBrk="0" fontAlgn="base" hangingPunct="0">
        <a:spcBef>
          <a:spcPct val="0"/>
        </a:spcBef>
        <a:spcAft>
          <a:spcPct val="0"/>
        </a:spcAft>
        <a:defRPr sz="2400" b="1">
          <a:solidFill>
            <a:srgbClr val="003366"/>
          </a:solidFill>
          <a:latin typeface="Verdana" pitchFamily="34" charset="0"/>
        </a:defRPr>
      </a:lvl5pPr>
      <a:lvl6pPr marL="457200" algn="l" rtl="0" fontAlgn="base">
        <a:spcBef>
          <a:spcPct val="0"/>
        </a:spcBef>
        <a:spcAft>
          <a:spcPct val="0"/>
        </a:spcAft>
        <a:defRPr sz="2400" b="1">
          <a:solidFill>
            <a:srgbClr val="003366"/>
          </a:solidFill>
          <a:latin typeface="Verdana" pitchFamily="34" charset="0"/>
        </a:defRPr>
      </a:lvl6pPr>
      <a:lvl7pPr marL="914400" algn="l" rtl="0" fontAlgn="base">
        <a:spcBef>
          <a:spcPct val="0"/>
        </a:spcBef>
        <a:spcAft>
          <a:spcPct val="0"/>
        </a:spcAft>
        <a:defRPr sz="2400" b="1">
          <a:solidFill>
            <a:srgbClr val="003366"/>
          </a:solidFill>
          <a:latin typeface="Verdana" pitchFamily="34" charset="0"/>
        </a:defRPr>
      </a:lvl7pPr>
      <a:lvl8pPr marL="1371600" algn="l" rtl="0" fontAlgn="base">
        <a:spcBef>
          <a:spcPct val="0"/>
        </a:spcBef>
        <a:spcAft>
          <a:spcPct val="0"/>
        </a:spcAft>
        <a:defRPr sz="2400" b="1">
          <a:solidFill>
            <a:srgbClr val="003366"/>
          </a:solidFill>
          <a:latin typeface="Verdana" pitchFamily="34" charset="0"/>
        </a:defRPr>
      </a:lvl8pPr>
      <a:lvl9pPr marL="1828800" algn="l" rtl="0" fontAlgn="base">
        <a:spcBef>
          <a:spcPct val="0"/>
        </a:spcBef>
        <a:spcAft>
          <a:spcPct val="0"/>
        </a:spcAft>
        <a:defRPr sz="2400" b="1">
          <a:solidFill>
            <a:srgbClr val="003366"/>
          </a:solidFill>
          <a:latin typeface="Verdana" pitchFamily="34" charset="0"/>
        </a:defRPr>
      </a:lvl9pPr>
    </p:titleStyle>
    <p:bodyStyle>
      <a:lvl1pPr marL="342900" indent="-342900" algn="l" rtl="0" eaLnBrk="0" fontAlgn="base" hangingPunct="0">
        <a:spcBef>
          <a:spcPts val="1200"/>
        </a:spcBef>
        <a:spcAft>
          <a:spcPct val="0"/>
        </a:spcAft>
        <a:buChar char="•"/>
        <a:defRPr sz="2000">
          <a:solidFill>
            <a:srgbClr val="003366"/>
          </a:solidFill>
          <a:latin typeface="+mn-lt"/>
          <a:ea typeface="+mn-ea"/>
          <a:cs typeface="+mn-cs"/>
        </a:defRPr>
      </a:lvl1pPr>
      <a:lvl2pPr marL="742950" indent="-285750" algn="l" rtl="0" eaLnBrk="0" fontAlgn="base" hangingPunct="0">
        <a:spcBef>
          <a:spcPct val="20000"/>
        </a:spcBef>
        <a:spcAft>
          <a:spcPct val="0"/>
        </a:spcAft>
        <a:buChar char="–"/>
        <a:defRPr>
          <a:solidFill>
            <a:srgbClr val="003366"/>
          </a:solidFill>
          <a:latin typeface="+mn-lt"/>
        </a:defRPr>
      </a:lvl2pPr>
      <a:lvl3pPr marL="1143000" indent="-228600" algn="l" rtl="0" eaLnBrk="0" fontAlgn="base" hangingPunct="0">
        <a:spcBef>
          <a:spcPct val="20000"/>
        </a:spcBef>
        <a:spcAft>
          <a:spcPct val="0"/>
        </a:spcAft>
        <a:buChar char="•"/>
        <a:defRPr sz="1700">
          <a:solidFill>
            <a:srgbClr val="003366"/>
          </a:solidFill>
          <a:latin typeface="+mn-lt"/>
        </a:defRPr>
      </a:lvl3pPr>
      <a:lvl4pPr marL="1600200" indent="-228600" algn="l" rtl="0" eaLnBrk="0" fontAlgn="base" hangingPunct="0">
        <a:spcBef>
          <a:spcPct val="20000"/>
        </a:spcBef>
        <a:spcAft>
          <a:spcPct val="0"/>
        </a:spcAft>
        <a:buChar char="–"/>
        <a:defRPr sz="1700">
          <a:solidFill>
            <a:srgbClr val="003366"/>
          </a:solidFill>
          <a:latin typeface="+mn-lt"/>
          <a:ea typeface="Times New Roman" pitchFamily="18" charset="0"/>
          <a:cs typeface="Helvetica" pitchFamily="34" charset="0"/>
        </a:defRPr>
      </a:lvl4pPr>
      <a:lvl5pPr marL="2057400" indent="-228600" algn="l" rtl="0" eaLnBrk="0" fontAlgn="base" hangingPunct="0">
        <a:spcBef>
          <a:spcPct val="20000"/>
        </a:spcBef>
        <a:spcAft>
          <a:spcPct val="0"/>
        </a:spcAft>
        <a:buChar char="»"/>
        <a:defRPr sz="1700">
          <a:solidFill>
            <a:srgbClr val="003366"/>
          </a:solidFill>
          <a:latin typeface="+mn-lt"/>
          <a:ea typeface="Times New Roman" pitchFamily="18" charset="0"/>
          <a:cs typeface="Helvetica" pitchFamily="34" charset="0"/>
        </a:defRPr>
      </a:lvl5pPr>
      <a:lvl6pPr marL="2514600" indent="-228600" algn="l" rtl="0" fontAlgn="base">
        <a:spcBef>
          <a:spcPct val="20000"/>
        </a:spcBef>
        <a:spcAft>
          <a:spcPct val="0"/>
        </a:spcAft>
        <a:buChar char="»"/>
        <a:defRPr sz="1700">
          <a:solidFill>
            <a:srgbClr val="003366"/>
          </a:solidFill>
          <a:latin typeface="+mn-lt"/>
          <a:ea typeface="Times New Roman" pitchFamily="18" charset="0"/>
          <a:cs typeface="Helvetica" pitchFamily="34" charset="0"/>
        </a:defRPr>
      </a:lvl6pPr>
      <a:lvl7pPr marL="2971800" indent="-228600" algn="l" rtl="0" fontAlgn="base">
        <a:spcBef>
          <a:spcPct val="20000"/>
        </a:spcBef>
        <a:spcAft>
          <a:spcPct val="0"/>
        </a:spcAft>
        <a:buChar char="»"/>
        <a:defRPr sz="1700">
          <a:solidFill>
            <a:srgbClr val="003366"/>
          </a:solidFill>
          <a:latin typeface="+mn-lt"/>
          <a:ea typeface="Times New Roman" pitchFamily="18" charset="0"/>
          <a:cs typeface="Helvetica" pitchFamily="34" charset="0"/>
        </a:defRPr>
      </a:lvl7pPr>
      <a:lvl8pPr marL="3429000" indent="-228600" algn="l" rtl="0" fontAlgn="base">
        <a:spcBef>
          <a:spcPct val="20000"/>
        </a:spcBef>
        <a:spcAft>
          <a:spcPct val="0"/>
        </a:spcAft>
        <a:buChar char="»"/>
        <a:defRPr sz="1700">
          <a:solidFill>
            <a:srgbClr val="003366"/>
          </a:solidFill>
          <a:latin typeface="+mn-lt"/>
          <a:ea typeface="Times New Roman" pitchFamily="18" charset="0"/>
          <a:cs typeface="Helvetica" pitchFamily="34" charset="0"/>
        </a:defRPr>
      </a:lvl8pPr>
      <a:lvl9pPr marL="3886200" indent="-228600" algn="l" rtl="0" fontAlgn="base">
        <a:spcBef>
          <a:spcPct val="20000"/>
        </a:spcBef>
        <a:spcAft>
          <a:spcPct val="0"/>
        </a:spcAft>
        <a:buChar char="»"/>
        <a:defRPr sz="1700">
          <a:solidFill>
            <a:srgbClr val="003366"/>
          </a:solidFill>
          <a:latin typeface="+mn-lt"/>
          <a:ea typeface="Times New Roman" pitchFamily="18" charset="0"/>
          <a:cs typeface="Helvetica"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image" Target="../media/image3.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image" Target="../media/image4.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8.xml"/><Relationship Id="rId13" Type="http://schemas.openxmlformats.org/officeDocument/2006/relationships/diagramLayout" Target="../diagrams/layout9.xml"/><Relationship Id="rId3" Type="http://schemas.openxmlformats.org/officeDocument/2006/relationships/diagramLayout" Target="../diagrams/layout7.xml"/><Relationship Id="rId7" Type="http://schemas.openxmlformats.org/officeDocument/2006/relationships/diagramData" Target="../diagrams/data8.xml"/><Relationship Id="rId12" Type="http://schemas.openxmlformats.org/officeDocument/2006/relationships/diagramData" Target="../diagrams/data9.xml"/><Relationship Id="rId2" Type="http://schemas.openxmlformats.org/officeDocument/2006/relationships/diagramData" Target="../diagrams/data7.xml"/><Relationship Id="rId16" Type="http://schemas.microsoft.com/office/2007/relationships/diagramDrawing" Target="../diagrams/drawing9.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5" Type="http://schemas.openxmlformats.org/officeDocument/2006/relationships/diagramColors" Target="../diagrams/colors9.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 Id="rId14" Type="http://schemas.openxmlformats.org/officeDocument/2006/relationships/diagramQuickStyle" Target="../diagrams/quickStyle9.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Layout" Target="../diagrams/layout10.xml"/><Relationship Id="rId7" Type="http://schemas.openxmlformats.org/officeDocument/2006/relationships/image" Target="../media/image5.png"/><Relationship Id="rId12" Type="http://schemas.microsoft.com/office/2007/relationships/diagramDrawing" Target="../diagrams/drawing11.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openxmlformats.org/officeDocument/2006/relationships/diagramColors" Target="../diagrams/colors11.xml"/><Relationship Id="rId5" Type="http://schemas.openxmlformats.org/officeDocument/2006/relationships/diagramColors" Target="../diagrams/colors10.xml"/><Relationship Id="rId10" Type="http://schemas.openxmlformats.org/officeDocument/2006/relationships/diagramQuickStyle" Target="../diagrams/quickStyle11.xml"/><Relationship Id="rId4" Type="http://schemas.openxmlformats.org/officeDocument/2006/relationships/diagramQuickStyle" Target="../diagrams/quickStyle10.xml"/><Relationship Id="rId9" Type="http://schemas.openxmlformats.org/officeDocument/2006/relationships/diagramLayout" Target="../diagrams/layout11.xml"/></Relationships>
</file>

<file path=ppt/slides/_rels/slide8.xml.rels><?xml version="1.0" encoding="UTF-8" standalone="yes"?>
<Relationships xmlns="http://schemas.openxmlformats.org/package/2006/relationships"><Relationship Id="rId8" Type="http://schemas.microsoft.com/office/2007/relationships/diagramDrawing" Target="../diagrams/drawing12.xml"/><Relationship Id="rId13" Type="http://schemas.microsoft.com/office/2007/relationships/diagramDrawing" Target="../diagrams/drawing13.xml"/><Relationship Id="rId3" Type="http://schemas.openxmlformats.org/officeDocument/2006/relationships/image" Target="../media/image6.png"/><Relationship Id="rId7" Type="http://schemas.openxmlformats.org/officeDocument/2006/relationships/diagramColors" Target="../diagrams/colors12.xml"/><Relationship Id="rId12" Type="http://schemas.openxmlformats.org/officeDocument/2006/relationships/diagramColors" Target="../diagrams/colors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2.xml"/><Relationship Id="rId11" Type="http://schemas.openxmlformats.org/officeDocument/2006/relationships/diagramQuickStyle" Target="../diagrams/quickStyle13.xml"/><Relationship Id="rId5" Type="http://schemas.openxmlformats.org/officeDocument/2006/relationships/diagramLayout" Target="../diagrams/layout12.xml"/><Relationship Id="rId10" Type="http://schemas.openxmlformats.org/officeDocument/2006/relationships/diagramLayout" Target="../diagrams/layout13.xml"/><Relationship Id="rId4" Type="http://schemas.openxmlformats.org/officeDocument/2006/relationships/diagramData" Target="../diagrams/data12.xml"/><Relationship Id="rId9" Type="http://schemas.openxmlformats.org/officeDocument/2006/relationships/diagramData" Target="../diagrams/data13.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15.xml"/><Relationship Id="rId13" Type="http://schemas.openxmlformats.org/officeDocument/2006/relationships/image" Target="../media/image7.png"/><Relationship Id="rId3" Type="http://schemas.openxmlformats.org/officeDocument/2006/relationships/diagramData" Target="../diagrams/data14.xml"/><Relationship Id="rId7" Type="http://schemas.microsoft.com/office/2007/relationships/diagramDrawing" Target="../diagrams/drawing14.xml"/><Relationship Id="rId12" Type="http://schemas.microsoft.com/office/2007/relationships/diagramDrawing" Target="../diagrams/drawing1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4.xml"/><Relationship Id="rId11" Type="http://schemas.openxmlformats.org/officeDocument/2006/relationships/diagramColors" Target="../diagrams/colors15.xml"/><Relationship Id="rId5" Type="http://schemas.openxmlformats.org/officeDocument/2006/relationships/diagramQuickStyle" Target="../diagrams/quickStyle14.xml"/><Relationship Id="rId10" Type="http://schemas.openxmlformats.org/officeDocument/2006/relationships/diagramQuickStyle" Target="../diagrams/quickStyle15.xml"/><Relationship Id="rId4" Type="http://schemas.openxmlformats.org/officeDocument/2006/relationships/diagramLayout" Target="../diagrams/layout14.xml"/><Relationship Id="rId9" Type="http://schemas.openxmlformats.org/officeDocument/2006/relationships/diagramLayout" Target="../diagrams/layout15.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7.xml"/><Relationship Id="rId13" Type="http://schemas.openxmlformats.org/officeDocument/2006/relationships/diagramLayout" Target="../diagrams/layout18.xml"/><Relationship Id="rId3" Type="http://schemas.openxmlformats.org/officeDocument/2006/relationships/diagramLayout" Target="../diagrams/layout16.xml"/><Relationship Id="rId7" Type="http://schemas.openxmlformats.org/officeDocument/2006/relationships/diagramData" Target="../diagrams/data17.xml"/><Relationship Id="rId12" Type="http://schemas.openxmlformats.org/officeDocument/2006/relationships/diagramData" Target="../diagrams/data18.xml"/><Relationship Id="rId2" Type="http://schemas.openxmlformats.org/officeDocument/2006/relationships/diagramData" Target="../diagrams/data16.xml"/><Relationship Id="rId16" Type="http://schemas.microsoft.com/office/2007/relationships/diagramDrawing" Target="../diagrams/drawing18.xml"/><Relationship Id="rId1" Type="http://schemas.openxmlformats.org/officeDocument/2006/relationships/slideLayout" Target="../slideLayouts/slideLayout2.xml"/><Relationship Id="rId6" Type="http://schemas.microsoft.com/office/2007/relationships/diagramDrawing" Target="../diagrams/drawing16.xml"/><Relationship Id="rId11" Type="http://schemas.microsoft.com/office/2007/relationships/diagramDrawing" Target="../diagrams/drawing17.xml"/><Relationship Id="rId5" Type="http://schemas.openxmlformats.org/officeDocument/2006/relationships/diagramColors" Target="../diagrams/colors16.xml"/><Relationship Id="rId15" Type="http://schemas.openxmlformats.org/officeDocument/2006/relationships/diagramColors" Target="../diagrams/colors18.xml"/><Relationship Id="rId10" Type="http://schemas.openxmlformats.org/officeDocument/2006/relationships/diagramColors" Target="../diagrams/colors17.xml"/><Relationship Id="rId4" Type="http://schemas.openxmlformats.org/officeDocument/2006/relationships/diagramQuickStyle" Target="../diagrams/quickStyle16.xml"/><Relationship Id="rId9" Type="http://schemas.openxmlformats.org/officeDocument/2006/relationships/diagramQuickStyle" Target="../diagrams/quickStyle17.xml"/><Relationship Id="rId14" Type="http://schemas.openxmlformats.org/officeDocument/2006/relationships/diagramQuickStyle" Target="../diagrams/quickStyle18.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microsoft.com/office/2007/relationships/diagramDrawing" Target="../diagrams/drawing20.xml"/><Relationship Id="rId3" Type="http://schemas.openxmlformats.org/officeDocument/2006/relationships/diagramData" Target="../diagrams/data19.xml"/><Relationship Id="rId7" Type="http://schemas.microsoft.com/office/2007/relationships/diagramDrawing" Target="../diagrams/drawing19.xml"/><Relationship Id="rId12" Type="http://schemas.openxmlformats.org/officeDocument/2006/relationships/diagramColors" Target="../diagrams/colors20.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9.xml"/><Relationship Id="rId11" Type="http://schemas.openxmlformats.org/officeDocument/2006/relationships/diagramQuickStyle" Target="../diagrams/quickStyle20.xml"/><Relationship Id="rId5" Type="http://schemas.openxmlformats.org/officeDocument/2006/relationships/diagramQuickStyle" Target="../diagrams/quickStyle19.xml"/><Relationship Id="rId10" Type="http://schemas.openxmlformats.org/officeDocument/2006/relationships/diagramLayout" Target="../diagrams/layout20.xml"/><Relationship Id="rId4" Type="http://schemas.openxmlformats.org/officeDocument/2006/relationships/diagramLayout" Target="../diagrams/layout19.xml"/><Relationship Id="rId9" Type="http://schemas.openxmlformats.org/officeDocument/2006/relationships/diagramData" Target="../diagrams/data20.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22.xml"/><Relationship Id="rId13" Type="http://schemas.openxmlformats.org/officeDocument/2006/relationships/image" Target="../media/image9.png"/><Relationship Id="rId3" Type="http://schemas.openxmlformats.org/officeDocument/2006/relationships/diagramData" Target="../diagrams/data21.xml"/><Relationship Id="rId7" Type="http://schemas.microsoft.com/office/2007/relationships/diagramDrawing" Target="../diagrams/drawing21.xml"/><Relationship Id="rId12" Type="http://schemas.microsoft.com/office/2007/relationships/diagramDrawing" Target="../diagrams/drawing2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1.xml"/><Relationship Id="rId11" Type="http://schemas.openxmlformats.org/officeDocument/2006/relationships/diagramColors" Target="../diagrams/colors22.xml"/><Relationship Id="rId5" Type="http://schemas.openxmlformats.org/officeDocument/2006/relationships/diagramQuickStyle" Target="../diagrams/quickStyle21.xml"/><Relationship Id="rId10" Type="http://schemas.openxmlformats.org/officeDocument/2006/relationships/diagramQuickStyle" Target="../diagrams/quickStyle22.xml"/><Relationship Id="rId4" Type="http://schemas.openxmlformats.org/officeDocument/2006/relationships/diagramLayout" Target="../diagrams/layout21.xml"/><Relationship Id="rId9" Type="http://schemas.openxmlformats.org/officeDocument/2006/relationships/diagramLayout" Target="../diagrams/layout22.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24.xml"/><Relationship Id="rId13" Type="http://schemas.openxmlformats.org/officeDocument/2006/relationships/diagramLayout" Target="../diagrams/layout25.xml"/><Relationship Id="rId3" Type="http://schemas.openxmlformats.org/officeDocument/2006/relationships/diagramLayout" Target="../diagrams/layout23.xml"/><Relationship Id="rId7" Type="http://schemas.openxmlformats.org/officeDocument/2006/relationships/diagramData" Target="../diagrams/data24.xml"/><Relationship Id="rId12" Type="http://schemas.openxmlformats.org/officeDocument/2006/relationships/diagramData" Target="../diagrams/data25.xml"/><Relationship Id="rId2" Type="http://schemas.openxmlformats.org/officeDocument/2006/relationships/diagramData" Target="../diagrams/data23.xml"/><Relationship Id="rId16" Type="http://schemas.microsoft.com/office/2007/relationships/diagramDrawing" Target="../diagrams/drawing25.xml"/><Relationship Id="rId1" Type="http://schemas.openxmlformats.org/officeDocument/2006/relationships/slideLayout" Target="../slideLayouts/slideLayout2.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5" Type="http://schemas.openxmlformats.org/officeDocument/2006/relationships/diagramColors" Target="../diagrams/colors25.xml"/><Relationship Id="rId10" Type="http://schemas.openxmlformats.org/officeDocument/2006/relationships/diagramColors" Target="../diagrams/colors24.xml"/><Relationship Id="rId4" Type="http://schemas.openxmlformats.org/officeDocument/2006/relationships/diagramQuickStyle" Target="../diagrams/quickStyle23.xml"/><Relationship Id="rId9" Type="http://schemas.openxmlformats.org/officeDocument/2006/relationships/diagramQuickStyle" Target="../diagrams/quickStyle24.xml"/><Relationship Id="rId14" Type="http://schemas.openxmlformats.org/officeDocument/2006/relationships/diagramQuickStyle" Target="../diagrams/quickStyle2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240704" y="1556792"/>
            <a:ext cx="5181600" cy="1470025"/>
          </a:xfrm>
        </p:spPr>
        <p:txBody>
          <a:bodyPr>
            <a:normAutofit/>
          </a:bodyPr>
          <a:lstStyle/>
          <a:p>
            <a:pPr algn="ctr"/>
            <a:r>
              <a:rPr lang="en-US" sz="2800" dirty="0"/>
              <a:t>Introduction to</a:t>
            </a:r>
            <a:endParaRPr lang="en-US" sz="1600" i="1"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a:t>
            </a:r>
          </a:p>
        </p:txBody>
      </p:sp>
      <p:sp>
        <p:nvSpPr>
          <p:cNvPr id="3" name="Content Placeholder 2"/>
          <p:cNvSpPr>
            <a:spLocks noGrp="1"/>
          </p:cNvSpPr>
          <p:nvPr>
            <p:ph idx="1"/>
          </p:nvPr>
        </p:nvSpPr>
        <p:spPr/>
        <p:txBody>
          <a:bodyPr/>
          <a:lstStyle/>
          <a:p>
            <a:r>
              <a:rPr lang="en-US" dirty="0"/>
              <a:t>Machine learning is an application of artificial intelligence (AI) that provides systems the ability to automatically </a:t>
            </a:r>
            <a:r>
              <a:rPr lang="en-US" b="1" dirty="0"/>
              <a:t>learn</a:t>
            </a:r>
            <a:r>
              <a:rPr lang="en-US" dirty="0"/>
              <a:t> and </a:t>
            </a:r>
            <a:r>
              <a:rPr lang="en-US" b="1" dirty="0"/>
              <a:t>improve</a:t>
            </a:r>
            <a:r>
              <a:rPr lang="en-US" dirty="0"/>
              <a:t> from </a:t>
            </a:r>
            <a:r>
              <a:rPr lang="en-US" b="1" dirty="0"/>
              <a:t>experience</a:t>
            </a:r>
            <a:r>
              <a:rPr lang="en-US" dirty="0"/>
              <a:t> without being </a:t>
            </a:r>
            <a:r>
              <a:rPr lang="en-US" b="1" dirty="0"/>
              <a:t>explicitly programmed</a:t>
            </a:r>
            <a:r>
              <a:rPr lang="en-US" dirty="0"/>
              <a:t>.</a:t>
            </a:r>
          </a:p>
          <a:p>
            <a:endParaRPr lang="en-US" dirty="0"/>
          </a:p>
          <a:p>
            <a:pPr>
              <a:lnSpc>
                <a:spcPct val="90000"/>
              </a:lnSpc>
            </a:pPr>
            <a:r>
              <a:rPr lang="tr-TR" dirty="0"/>
              <a:t>There is no need to “learn” to calculate payroll</a:t>
            </a:r>
            <a:endParaRPr lang="en-US" dirty="0"/>
          </a:p>
          <a:p>
            <a:pPr>
              <a:lnSpc>
                <a:spcPct val="90000"/>
              </a:lnSpc>
            </a:pPr>
            <a:endParaRPr lang="tr-TR" dirty="0"/>
          </a:p>
          <a:p>
            <a:pPr>
              <a:lnSpc>
                <a:spcPct val="90000"/>
              </a:lnSpc>
            </a:pPr>
            <a:r>
              <a:rPr lang="tr-TR" dirty="0"/>
              <a:t>Learning is used when:</a:t>
            </a:r>
          </a:p>
          <a:p>
            <a:pPr lvl="1">
              <a:lnSpc>
                <a:spcPct val="90000"/>
              </a:lnSpc>
            </a:pPr>
            <a:r>
              <a:rPr lang="tr-TR" dirty="0"/>
              <a:t>Human expertise does not exist (navigating on Mars),</a:t>
            </a:r>
          </a:p>
          <a:p>
            <a:pPr lvl="1">
              <a:lnSpc>
                <a:spcPct val="90000"/>
              </a:lnSpc>
            </a:pPr>
            <a:r>
              <a:rPr lang="tr-TR" dirty="0"/>
              <a:t>Humans are unable to explain their expertise (speech recognition)</a:t>
            </a:r>
          </a:p>
          <a:p>
            <a:pPr lvl="1">
              <a:lnSpc>
                <a:spcPct val="90000"/>
              </a:lnSpc>
            </a:pPr>
            <a:r>
              <a:rPr lang="tr-TR" dirty="0"/>
              <a:t>Solution changes in time (routing on a computer network)</a:t>
            </a:r>
          </a:p>
          <a:p>
            <a:pPr lvl="1">
              <a:lnSpc>
                <a:spcPct val="90000"/>
              </a:lnSpc>
            </a:pPr>
            <a:r>
              <a:rPr lang="tr-TR" dirty="0"/>
              <a:t>Solution needs to be adapted to particular cases (user biometrics)</a:t>
            </a:r>
          </a:p>
          <a:p>
            <a:endParaRPr lang="en-US" dirty="0"/>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2</a:t>
            </a:fld>
            <a:endParaRPr lang="de-DE" dirty="0"/>
          </a:p>
        </p:txBody>
      </p:sp>
      <p:pic>
        <p:nvPicPr>
          <p:cNvPr id="9" name="Picture 8"/>
          <p:cNvPicPr>
            <a:picLocks noChangeAspect="1"/>
          </p:cNvPicPr>
          <p:nvPr/>
        </p:nvPicPr>
        <p:blipFill>
          <a:blip r:embed="rId2">
            <a:clrChange>
              <a:clrFrom>
                <a:srgbClr val="F0F0F0"/>
              </a:clrFrom>
              <a:clrTo>
                <a:srgbClr val="F0F0F0">
                  <a:alpha val="0"/>
                </a:srgbClr>
              </a:clrTo>
            </a:clrChange>
          </a:blip>
          <a:stretch>
            <a:fillRect/>
          </a:stretch>
        </p:blipFill>
        <p:spPr>
          <a:xfrm>
            <a:off x="7464152" y="2596108"/>
            <a:ext cx="3971925" cy="2705100"/>
          </a:xfrm>
          <a:prstGeom prst="rect">
            <a:avLst/>
          </a:prstGeom>
        </p:spPr>
      </p:pic>
    </p:spTree>
    <p:extLst>
      <p:ext uri="{BB962C8B-B14F-4D97-AF65-F5344CB8AC3E}">
        <p14:creationId xmlns:p14="http://schemas.microsoft.com/office/powerpoint/2010/main" val="175855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Machine Learning</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456987714"/>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3</a:t>
            </a:fld>
            <a:endParaRPr lang="de-DE" dirty="0"/>
          </a:p>
        </p:txBody>
      </p:sp>
      <p:graphicFrame>
        <p:nvGraphicFramePr>
          <p:cNvPr id="12" name="Diagram 11"/>
          <p:cNvGraphicFramePr/>
          <p:nvPr>
            <p:extLst>
              <p:ext uri="{D42A27DB-BD31-4B8C-83A1-F6EECF244321}">
                <p14:modId xmlns:p14="http://schemas.microsoft.com/office/powerpoint/2010/main" val="1008509595"/>
              </p:ext>
            </p:extLst>
          </p:nvPr>
        </p:nvGraphicFramePr>
        <p:xfrm>
          <a:off x="-2040904" y="800224"/>
          <a:ext cx="6096000" cy="51532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Freeform 6"/>
          <p:cNvSpPr/>
          <p:nvPr/>
        </p:nvSpPr>
        <p:spPr>
          <a:xfrm>
            <a:off x="8112216" y="1917051"/>
            <a:ext cx="2091591" cy="1178905"/>
          </a:xfrm>
          <a:custGeom>
            <a:avLst/>
            <a:gdLst>
              <a:gd name="connsiteX0" fmla="*/ 0 w 2091591"/>
              <a:gd name="connsiteY0" fmla="*/ 589453 h 1178905"/>
              <a:gd name="connsiteX1" fmla="*/ 1045796 w 2091591"/>
              <a:gd name="connsiteY1" fmla="*/ 0 h 1178905"/>
              <a:gd name="connsiteX2" fmla="*/ 2091592 w 2091591"/>
              <a:gd name="connsiteY2" fmla="*/ 589453 h 1178905"/>
              <a:gd name="connsiteX3" fmla="*/ 1045796 w 2091591"/>
              <a:gd name="connsiteY3" fmla="*/ 1178906 h 1178905"/>
              <a:gd name="connsiteX4" fmla="*/ 0 w 2091591"/>
              <a:gd name="connsiteY4" fmla="*/ 589453 h 1178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1591" h="1178905">
                <a:moveTo>
                  <a:pt x="0" y="589453"/>
                </a:moveTo>
                <a:cubicBezTo>
                  <a:pt x="0" y="263907"/>
                  <a:pt x="468219" y="0"/>
                  <a:pt x="1045796" y="0"/>
                </a:cubicBezTo>
                <a:cubicBezTo>
                  <a:pt x="1623373" y="0"/>
                  <a:pt x="2091592" y="263907"/>
                  <a:pt x="2091592" y="589453"/>
                </a:cubicBezTo>
                <a:cubicBezTo>
                  <a:pt x="2091592" y="914999"/>
                  <a:pt x="1623373" y="1178906"/>
                  <a:pt x="1045796" y="1178906"/>
                </a:cubicBezTo>
                <a:cubicBezTo>
                  <a:pt x="468219" y="1178906"/>
                  <a:pt x="0" y="914999"/>
                  <a:pt x="0" y="589453"/>
                </a:cubicBezTo>
                <a:close/>
              </a:path>
            </a:pathLst>
          </a:custGeom>
          <a:solidFill>
            <a:srgbClr val="1BB8B0"/>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27896" tIns="194237" rIns="327896" bIns="194237" numCol="1" spcCol="1270" anchor="ctr" anchorCtr="0">
            <a:noAutofit/>
          </a:bodyPr>
          <a:lstStyle/>
          <a:p>
            <a:pPr lvl="0" algn="ctr" defTabSz="733425">
              <a:lnSpc>
                <a:spcPct val="90000"/>
              </a:lnSpc>
              <a:spcBef>
                <a:spcPct val="0"/>
              </a:spcBef>
              <a:spcAft>
                <a:spcPct val="35000"/>
              </a:spcAft>
            </a:pPr>
            <a:r>
              <a:rPr lang="en-US" sz="1650" b="0" kern="1200" dirty="0"/>
              <a:t>Unsupervised Learning</a:t>
            </a:r>
          </a:p>
        </p:txBody>
      </p:sp>
    </p:spTree>
    <p:extLst>
      <p:ext uri="{BB962C8B-B14F-4D97-AF65-F5344CB8AC3E}">
        <p14:creationId xmlns:p14="http://schemas.microsoft.com/office/powerpoint/2010/main" val="3471035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2698E565-8A87-4AF1-8F8F-F8F0B5B25CE5}"/>
                                            </p:graphicEl>
                                          </p:spTgt>
                                        </p:tgtEl>
                                        <p:attrNameLst>
                                          <p:attrName>style.visibility</p:attrName>
                                        </p:attrNameLst>
                                      </p:cBhvr>
                                      <p:to>
                                        <p:strVal val="visible"/>
                                      </p:to>
                                    </p:set>
                                    <p:animEffect transition="in" filter="fade">
                                      <p:cBhvr>
                                        <p:cTn id="7" dur="500"/>
                                        <p:tgtEl>
                                          <p:spTgt spid="8">
                                            <p:graphicEl>
                                              <a:dgm id="{2698E565-8A87-4AF1-8F8F-F8F0B5B25CE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8">
                                            <p:graphicEl>
                                              <a:dgm id="{390A5350-D243-49B3-87BC-A141FB8C2230}"/>
                                            </p:graphicEl>
                                          </p:spTgt>
                                        </p:tgtEl>
                                        <p:attrNameLst>
                                          <p:attrName>style.visibility</p:attrName>
                                        </p:attrNameLst>
                                      </p:cBhvr>
                                      <p:to>
                                        <p:strVal val="visible"/>
                                      </p:to>
                                    </p:set>
                                    <p:animEffect transition="in" filter="wipe(right)">
                                      <p:cBhvr>
                                        <p:cTn id="12" dur="500"/>
                                        <p:tgtEl>
                                          <p:spTgt spid="8">
                                            <p:graphicEl>
                                              <a:dgm id="{390A5350-D243-49B3-87BC-A141FB8C2230}"/>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graphicEl>
                                              <a:dgm id="{D10C8AA2-EB77-41FE-8068-4AD9E65D033A}"/>
                                            </p:graphicEl>
                                          </p:spTgt>
                                        </p:tgtEl>
                                        <p:attrNameLst>
                                          <p:attrName>style.visibility</p:attrName>
                                        </p:attrNameLst>
                                      </p:cBhvr>
                                      <p:to>
                                        <p:strVal val="visible"/>
                                      </p:to>
                                    </p:set>
                                    <p:animEffect transition="in" filter="fade">
                                      <p:cBhvr>
                                        <p:cTn id="15" dur="500"/>
                                        <p:tgtEl>
                                          <p:spTgt spid="8">
                                            <p:graphicEl>
                                              <a:dgm id="{D10C8AA2-EB77-41FE-8068-4AD9E65D033A}"/>
                                            </p:graphicEl>
                                          </p:spTgt>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12">
                                            <p:graphicEl>
                                              <a:dgm id="{9204CA6C-7B96-4237-9523-A1E783632F36}"/>
                                            </p:graphicEl>
                                          </p:spTgt>
                                        </p:tgtEl>
                                        <p:attrNameLst>
                                          <p:attrName>style.visibility</p:attrName>
                                        </p:attrNameLst>
                                      </p:cBhvr>
                                      <p:to>
                                        <p:strVal val="visible"/>
                                      </p:to>
                                    </p:set>
                                    <p:animEffect transition="in" filter="wipe(right)">
                                      <p:cBhvr>
                                        <p:cTn id="18" dur="500"/>
                                        <p:tgtEl>
                                          <p:spTgt spid="12">
                                            <p:graphicEl>
                                              <a:dgm id="{9204CA6C-7B96-4237-9523-A1E783632F36}"/>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graphicEl>
                                              <a:dgm id="{BF84FA32-ED37-4EC4-BB65-1FE35CF1ADF9}"/>
                                            </p:graphicEl>
                                          </p:spTgt>
                                        </p:tgtEl>
                                        <p:attrNameLst>
                                          <p:attrName>style.visibility</p:attrName>
                                        </p:attrNameLst>
                                      </p:cBhvr>
                                      <p:to>
                                        <p:strVal val="visible"/>
                                      </p:to>
                                    </p:set>
                                    <p:animEffect transition="in" filter="wipe(left)">
                                      <p:cBhvr>
                                        <p:cTn id="23" dur="500"/>
                                        <p:tgtEl>
                                          <p:spTgt spid="8">
                                            <p:graphicEl>
                                              <a:dgm id="{BF84FA32-ED37-4EC4-BB65-1FE35CF1ADF9}"/>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graphicEl>
                                              <a:dgm id="{23A69B37-F3D5-483D-A026-8F3F4F67DC49}"/>
                                            </p:graphicEl>
                                          </p:spTgt>
                                        </p:tgtEl>
                                        <p:attrNameLst>
                                          <p:attrName>style.visibility</p:attrName>
                                        </p:attrNameLst>
                                      </p:cBhvr>
                                      <p:to>
                                        <p:strVal val="visible"/>
                                      </p:to>
                                    </p:set>
                                    <p:animEffect transition="in" filter="fade">
                                      <p:cBhvr>
                                        <p:cTn id="26" dur="500"/>
                                        <p:tgtEl>
                                          <p:spTgt spid="8">
                                            <p:graphicEl>
                                              <a:dgm id="{23A69B37-F3D5-483D-A026-8F3F4F67DC49}"/>
                                            </p:graphic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8">
                                            <p:graphicEl>
                                              <a:dgm id="{26CBD3E4-690C-4F35-9D8A-B768F6670A9E}"/>
                                            </p:graphicEl>
                                          </p:spTgt>
                                        </p:tgtEl>
                                        <p:attrNameLst>
                                          <p:attrName>style.visibility</p:attrName>
                                        </p:attrNameLst>
                                      </p:cBhvr>
                                      <p:to>
                                        <p:strVal val="visible"/>
                                      </p:to>
                                    </p:set>
                                    <p:animEffect transition="in" filter="wipe(up)">
                                      <p:cBhvr>
                                        <p:cTn id="34" dur="500"/>
                                        <p:tgtEl>
                                          <p:spTgt spid="8">
                                            <p:graphicEl>
                                              <a:dgm id="{26CBD3E4-690C-4F35-9D8A-B768F6670A9E}"/>
                                            </p:graphicEl>
                                          </p:spTgt>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8">
                                            <p:graphicEl>
                                              <a:dgm id="{446529D9-21F4-4B2B-813B-41C9C3B9ECB6}"/>
                                            </p:graphicEl>
                                          </p:spTgt>
                                        </p:tgtEl>
                                        <p:attrNameLst>
                                          <p:attrName>style.visibility</p:attrName>
                                        </p:attrNameLst>
                                      </p:cBhvr>
                                      <p:to>
                                        <p:strVal val="visible"/>
                                      </p:to>
                                    </p:set>
                                    <p:animEffect transition="in" filter="wipe(up)">
                                      <p:cBhvr>
                                        <p:cTn id="37" dur="500"/>
                                        <p:tgtEl>
                                          <p:spTgt spid="8">
                                            <p:graphicEl>
                                              <a:dgm id="{446529D9-21F4-4B2B-813B-41C9C3B9ECB6}"/>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graphicEl>
                                              <a:dgm id="{1B7F6A39-E54C-44A9-93C0-29ACE16595B2}"/>
                                            </p:graphicEl>
                                          </p:spTgt>
                                        </p:tgtEl>
                                        <p:attrNameLst>
                                          <p:attrName>style.visibility</p:attrName>
                                        </p:attrNameLst>
                                      </p:cBhvr>
                                      <p:to>
                                        <p:strVal val="visible"/>
                                      </p:to>
                                    </p:set>
                                    <p:animEffect transition="in" filter="fade">
                                      <p:cBhvr>
                                        <p:cTn id="42" dur="500"/>
                                        <p:tgtEl>
                                          <p:spTgt spid="8">
                                            <p:graphicEl>
                                              <a:dgm id="{1B7F6A39-E54C-44A9-93C0-29ACE16595B2}"/>
                                            </p:graphic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graphicEl>
                                              <a:dgm id="{86D0DC4D-75A7-4437-AEF7-2728B4B8F764}"/>
                                            </p:graphicEl>
                                          </p:spTgt>
                                        </p:tgtEl>
                                        <p:attrNameLst>
                                          <p:attrName>style.visibility</p:attrName>
                                        </p:attrNameLst>
                                      </p:cBhvr>
                                      <p:to>
                                        <p:strVal val="visible"/>
                                      </p:to>
                                    </p:set>
                                    <p:animEffect transition="in" filter="fade">
                                      <p:cBhvr>
                                        <p:cTn id="45" dur="500"/>
                                        <p:tgtEl>
                                          <p:spTgt spid="8">
                                            <p:graphicEl>
                                              <a:dgm id="{86D0DC4D-75A7-4437-AEF7-2728B4B8F764}"/>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grpId="0" nodeType="clickEffect">
                                  <p:stCondLst>
                                    <p:cond delay="0"/>
                                  </p:stCondLst>
                                  <p:childTnLst>
                                    <p:set>
                                      <p:cBhvr>
                                        <p:cTn id="49" dur="1" fill="hold">
                                          <p:stCondLst>
                                            <p:cond delay="0"/>
                                          </p:stCondLst>
                                        </p:cTn>
                                        <p:tgtEl>
                                          <p:spTgt spid="12">
                                            <p:graphicEl>
                                              <a:dgm id="{7245A132-5DFB-4116-8442-5AC24D7C6B23}"/>
                                            </p:graphicEl>
                                          </p:spTgt>
                                        </p:tgtEl>
                                        <p:attrNameLst>
                                          <p:attrName>style.visibility</p:attrName>
                                        </p:attrNameLst>
                                      </p:cBhvr>
                                      <p:to>
                                        <p:strVal val="visible"/>
                                      </p:to>
                                    </p:set>
                                    <p:animEffect transition="in" filter="wipe(right)">
                                      <p:cBhvr>
                                        <p:cTn id="50" dur="500"/>
                                        <p:tgtEl>
                                          <p:spTgt spid="12">
                                            <p:graphicEl>
                                              <a:dgm id="{7245A132-5DFB-4116-8442-5AC24D7C6B23}"/>
                                            </p:graphicEl>
                                          </p:spTgt>
                                        </p:tgtEl>
                                      </p:cBhvr>
                                    </p:animEffect>
                                  </p:childTnLst>
                                </p:cTn>
                              </p:par>
                              <p:par>
                                <p:cTn id="51" presetID="22" presetClass="entr" presetSubtype="2" fill="hold" grpId="0" nodeType="withEffect">
                                  <p:stCondLst>
                                    <p:cond delay="0"/>
                                  </p:stCondLst>
                                  <p:childTnLst>
                                    <p:set>
                                      <p:cBhvr>
                                        <p:cTn id="52" dur="1" fill="hold">
                                          <p:stCondLst>
                                            <p:cond delay="0"/>
                                          </p:stCondLst>
                                        </p:cTn>
                                        <p:tgtEl>
                                          <p:spTgt spid="12">
                                            <p:graphicEl>
                                              <a:dgm id="{AB2BAFAF-6E44-408A-98EC-5B9CB1218E0F}"/>
                                            </p:graphicEl>
                                          </p:spTgt>
                                        </p:tgtEl>
                                        <p:attrNameLst>
                                          <p:attrName>style.visibility</p:attrName>
                                        </p:attrNameLst>
                                      </p:cBhvr>
                                      <p:to>
                                        <p:strVal val="visible"/>
                                      </p:to>
                                    </p:set>
                                    <p:animEffect transition="in" filter="wipe(right)">
                                      <p:cBhvr>
                                        <p:cTn id="53" dur="500"/>
                                        <p:tgtEl>
                                          <p:spTgt spid="12">
                                            <p:graphicEl>
                                              <a:dgm id="{AB2BAFAF-6E44-408A-98EC-5B9CB1218E0F}"/>
                                            </p:graphic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grpId="0" nodeType="clickEffect">
                                  <p:stCondLst>
                                    <p:cond delay="0"/>
                                  </p:stCondLst>
                                  <p:childTnLst>
                                    <p:set>
                                      <p:cBhvr>
                                        <p:cTn id="57" dur="1" fill="hold">
                                          <p:stCondLst>
                                            <p:cond delay="0"/>
                                          </p:stCondLst>
                                        </p:cTn>
                                        <p:tgtEl>
                                          <p:spTgt spid="12">
                                            <p:graphicEl>
                                              <a:dgm id="{3FB79A28-1CEF-41B3-977D-DDC30B2DEF60}"/>
                                            </p:graphicEl>
                                          </p:spTgt>
                                        </p:tgtEl>
                                        <p:attrNameLst>
                                          <p:attrName>style.visibility</p:attrName>
                                        </p:attrNameLst>
                                      </p:cBhvr>
                                      <p:to>
                                        <p:strVal val="visible"/>
                                      </p:to>
                                    </p:set>
                                    <p:animEffect transition="in" filter="wipe(right)">
                                      <p:cBhvr>
                                        <p:cTn id="58" dur="500"/>
                                        <p:tgtEl>
                                          <p:spTgt spid="12">
                                            <p:graphicEl>
                                              <a:dgm id="{3FB79A28-1CEF-41B3-977D-DDC30B2DEF60}"/>
                                            </p:graphicEl>
                                          </p:spTgt>
                                        </p:tgtEl>
                                      </p:cBhvr>
                                    </p:animEffect>
                                  </p:childTnLst>
                                </p:cTn>
                              </p:par>
                              <p:par>
                                <p:cTn id="59" presetID="22" presetClass="entr" presetSubtype="2" fill="hold" grpId="0" nodeType="withEffect">
                                  <p:stCondLst>
                                    <p:cond delay="0"/>
                                  </p:stCondLst>
                                  <p:childTnLst>
                                    <p:set>
                                      <p:cBhvr>
                                        <p:cTn id="60" dur="1" fill="hold">
                                          <p:stCondLst>
                                            <p:cond delay="0"/>
                                          </p:stCondLst>
                                        </p:cTn>
                                        <p:tgtEl>
                                          <p:spTgt spid="12">
                                            <p:graphicEl>
                                              <a:dgm id="{6D8CF351-8074-4D1F-BEAB-5FE945A17F5E}"/>
                                            </p:graphicEl>
                                          </p:spTgt>
                                        </p:tgtEl>
                                        <p:attrNameLst>
                                          <p:attrName>style.visibility</p:attrName>
                                        </p:attrNameLst>
                                      </p:cBhvr>
                                      <p:to>
                                        <p:strVal val="visible"/>
                                      </p:to>
                                    </p:set>
                                    <p:animEffect transition="in" filter="wipe(right)">
                                      <p:cBhvr>
                                        <p:cTn id="61" dur="500"/>
                                        <p:tgtEl>
                                          <p:spTgt spid="12">
                                            <p:graphicEl>
                                              <a:dgm id="{6D8CF351-8074-4D1F-BEAB-5FE945A17F5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lvlOne"/>
        </p:bldSub>
      </p:bldGraphic>
      <p:bldGraphic spid="12" grpId="0" uiExpand="1">
        <p:bldSub>
          <a:bldDgm bld="lvlOne"/>
        </p:bldSub>
      </p:bldGraphic>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Machine Learning</a:t>
            </a:r>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4</a:t>
            </a:fld>
            <a:endParaRPr lang="de-DE" dirty="0"/>
          </a:p>
        </p:txBody>
      </p:sp>
      <p:sp>
        <p:nvSpPr>
          <p:cNvPr id="3" name="Content Placeholder 2"/>
          <p:cNvSpPr>
            <a:spLocks noGrp="1"/>
          </p:cNvSpPr>
          <p:nvPr>
            <p:ph idx="1"/>
          </p:nvPr>
        </p:nvSpPr>
        <p:spPr>
          <a:xfrm>
            <a:off x="4150947" y="1528256"/>
            <a:ext cx="7286600" cy="4525963"/>
          </a:xfrm>
        </p:spPr>
        <p:txBody>
          <a:bodyPr/>
          <a:lstStyle/>
          <a:p>
            <a:r>
              <a:rPr lang="en-US" dirty="0"/>
              <a:t>The goal of </a:t>
            </a:r>
            <a:r>
              <a:rPr lang="en-US" b="1" dirty="0"/>
              <a:t>Classification</a:t>
            </a:r>
            <a:r>
              <a:rPr lang="en-US" dirty="0"/>
              <a:t> is to predict a category or class y from some inputs x</a:t>
            </a:r>
          </a:p>
          <a:p>
            <a:r>
              <a:rPr lang="en-US" dirty="0"/>
              <a:t>Classification Applications</a:t>
            </a:r>
          </a:p>
          <a:p>
            <a:pPr lvl="1"/>
            <a:r>
              <a:rPr lang="en-US" dirty="0"/>
              <a:t>Spam detection</a:t>
            </a:r>
          </a:p>
          <a:p>
            <a:pPr lvl="1"/>
            <a:r>
              <a:rPr lang="en-US" dirty="0"/>
              <a:t>Medical diagnosis</a:t>
            </a:r>
          </a:p>
          <a:p>
            <a:pPr lvl="1"/>
            <a:r>
              <a:rPr lang="en-US" dirty="0"/>
              <a:t>Image classification</a:t>
            </a:r>
          </a:p>
          <a:p>
            <a:pPr lvl="1"/>
            <a:r>
              <a:rPr lang="en-US" dirty="0"/>
              <a:t>Sentiment analysis</a:t>
            </a:r>
          </a:p>
          <a:p>
            <a:pPr lvl="1"/>
            <a:r>
              <a:rPr lang="en-US" dirty="0"/>
              <a:t>…</a:t>
            </a:r>
          </a:p>
        </p:txBody>
      </p:sp>
      <p:graphicFrame>
        <p:nvGraphicFramePr>
          <p:cNvPr id="11" name="Diagram 10"/>
          <p:cNvGraphicFramePr/>
          <p:nvPr>
            <p:extLst>
              <p:ext uri="{D42A27DB-BD31-4B8C-83A1-F6EECF244321}">
                <p14:modId xmlns:p14="http://schemas.microsoft.com/office/powerpoint/2010/main" val="845391080"/>
              </p:ext>
            </p:extLst>
          </p:nvPr>
        </p:nvGraphicFramePr>
        <p:xfrm>
          <a:off x="-2040904" y="800224"/>
          <a:ext cx="6096000" cy="5153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4" name="Diagram 13"/>
          <p:cNvGraphicFramePr/>
          <p:nvPr>
            <p:extLst>
              <p:ext uri="{D42A27DB-BD31-4B8C-83A1-F6EECF244321}">
                <p14:modId xmlns:p14="http://schemas.microsoft.com/office/powerpoint/2010/main" val="1604663668"/>
              </p:ext>
            </p:extLst>
          </p:nvPr>
        </p:nvGraphicFramePr>
        <p:xfrm>
          <a:off x="-2021669" y="811054"/>
          <a:ext cx="6096000" cy="51532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050" name="Picture 2" descr="Image result for machine learning classification"/>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93132" y="2276872"/>
            <a:ext cx="3744415" cy="280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836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fade">
                                      <p:cBhvr>
                                        <p:cTn id="15" dur="500"/>
                                        <p:tgtEl>
                                          <p:spTgt spid="205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Graphic spid="14"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Machine Learning</a:t>
            </a:r>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5</a:t>
            </a:fld>
            <a:endParaRPr lang="de-DE" dirty="0"/>
          </a:p>
        </p:txBody>
      </p:sp>
      <p:sp>
        <p:nvSpPr>
          <p:cNvPr id="3" name="Content Placeholder 2"/>
          <p:cNvSpPr>
            <a:spLocks noGrp="1"/>
          </p:cNvSpPr>
          <p:nvPr>
            <p:ph idx="1"/>
          </p:nvPr>
        </p:nvSpPr>
        <p:spPr>
          <a:xfrm>
            <a:off x="4150947" y="1528256"/>
            <a:ext cx="7286600" cy="4525963"/>
          </a:xfrm>
        </p:spPr>
        <p:txBody>
          <a:bodyPr/>
          <a:lstStyle/>
          <a:p>
            <a:r>
              <a:rPr lang="en-US" b="1" dirty="0"/>
              <a:t>Regression</a:t>
            </a:r>
            <a:r>
              <a:rPr lang="en-US" dirty="0"/>
              <a:t> allows you to make predictions from data by learning the relationship between features of your data and some observed, continuous-valued response. (predict a continuous value) </a:t>
            </a:r>
          </a:p>
          <a:p>
            <a:r>
              <a:rPr lang="en-US" b="1" dirty="0"/>
              <a:t>Regression Applications:</a:t>
            </a:r>
          </a:p>
          <a:p>
            <a:pPr lvl="1"/>
            <a:r>
              <a:rPr lang="en-US" dirty="0"/>
              <a:t>Predicting stock prices .</a:t>
            </a:r>
          </a:p>
          <a:p>
            <a:pPr lvl="1"/>
            <a:r>
              <a:rPr lang="en-US" dirty="0"/>
              <a:t>Weather forecasting.</a:t>
            </a:r>
          </a:p>
          <a:p>
            <a:pPr lvl="1"/>
            <a:r>
              <a:rPr lang="en-US" dirty="0"/>
              <a:t>Understanding gene regulatory</a:t>
            </a:r>
            <a:br>
              <a:rPr lang="en-US" dirty="0"/>
            </a:br>
            <a:r>
              <a:rPr lang="en-US" dirty="0"/>
              <a:t> networks.</a:t>
            </a:r>
          </a:p>
          <a:p>
            <a:pPr lvl="1"/>
            <a:r>
              <a:rPr lang="en-US" dirty="0"/>
              <a:t>Predicting health outcomes </a:t>
            </a:r>
            <a:br>
              <a:rPr lang="en-US" dirty="0"/>
            </a:br>
            <a:r>
              <a:rPr lang="en-US" dirty="0"/>
              <a:t>in medicine.</a:t>
            </a:r>
          </a:p>
          <a:p>
            <a:pPr lvl="1"/>
            <a:r>
              <a:rPr lang="en-US" dirty="0"/>
              <a:t>…</a:t>
            </a:r>
          </a:p>
        </p:txBody>
      </p:sp>
      <p:graphicFrame>
        <p:nvGraphicFramePr>
          <p:cNvPr id="8" name="Diagram 7"/>
          <p:cNvGraphicFramePr/>
          <p:nvPr>
            <p:extLst>
              <p:ext uri="{D42A27DB-BD31-4B8C-83A1-F6EECF244321}">
                <p14:modId xmlns:p14="http://schemas.microsoft.com/office/powerpoint/2010/main" val="3364225835"/>
              </p:ext>
            </p:extLst>
          </p:nvPr>
        </p:nvGraphicFramePr>
        <p:xfrm>
          <a:off x="-2040904" y="800224"/>
          <a:ext cx="6096000" cy="5153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p:cNvGraphicFramePr/>
          <p:nvPr>
            <p:extLst>
              <p:ext uri="{D42A27DB-BD31-4B8C-83A1-F6EECF244321}">
                <p14:modId xmlns:p14="http://schemas.microsoft.com/office/powerpoint/2010/main" val="2562683414"/>
              </p:ext>
            </p:extLst>
          </p:nvPr>
        </p:nvGraphicFramePr>
        <p:xfrm>
          <a:off x="-2021669" y="811054"/>
          <a:ext cx="6096000" cy="51532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074" name="Picture 2" descr="Image result for machine learning regression"/>
          <p:cNvPicPr>
            <a:picLocks noChangeAspect="1" noChangeArrowheads="1"/>
          </p:cNvPicPr>
          <p:nvPr/>
        </p:nvPicPr>
        <p:blipFill rotWithShape="1">
          <a:blip r:embed="rId12">
            <a:extLst>
              <a:ext uri="{28A0092B-C50C-407E-A947-70E740481C1C}">
                <a14:useLocalDpi xmlns:a14="http://schemas.microsoft.com/office/drawing/2010/main" val="0"/>
              </a:ext>
            </a:extLst>
          </a:blip>
          <a:srcRect r="26837"/>
          <a:stretch/>
        </p:blipFill>
        <p:spPr bwMode="auto">
          <a:xfrm>
            <a:off x="8237638" y="2996952"/>
            <a:ext cx="3344762" cy="252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069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graphicEl>
                                              <a:dgm id="{9204CA6C-7B96-4237-9523-A1E783632F36}"/>
                                            </p:graphicEl>
                                          </p:spTgt>
                                        </p:tgtEl>
                                        <p:attrNameLst>
                                          <p:attrName>style.visibility</p:attrName>
                                        </p:attrNameLst>
                                      </p:cBhvr>
                                      <p:to>
                                        <p:strVal val="visible"/>
                                      </p:to>
                                    </p:set>
                                    <p:animEffect transition="in" filter="fade">
                                      <p:cBhvr>
                                        <p:cTn id="7" dur="500"/>
                                        <p:tgtEl>
                                          <p:spTgt spid="8">
                                            <p:graphicEl>
                                              <a:dgm id="{9204CA6C-7B96-4237-9523-A1E783632F36}"/>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graphicEl>
                                              <a:dgm id="{7245A132-5DFB-4116-8442-5AC24D7C6B23}"/>
                                            </p:graphicEl>
                                          </p:spTgt>
                                        </p:tgtEl>
                                        <p:attrNameLst>
                                          <p:attrName>style.visibility</p:attrName>
                                        </p:attrNameLst>
                                      </p:cBhvr>
                                      <p:to>
                                        <p:strVal val="visible"/>
                                      </p:to>
                                    </p:set>
                                    <p:animEffect transition="in" filter="fade">
                                      <p:cBhvr>
                                        <p:cTn id="10" dur="500"/>
                                        <p:tgtEl>
                                          <p:spTgt spid="8">
                                            <p:graphicEl>
                                              <a:dgm id="{7245A132-5DFB-4116-8442-5AC24D7C6B23}"/>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graphicEl>
                                              <a:dgm id="{AB2BAFAF-6E44-408A-98EC-5B9CB1218E0F}"/>
                                            </p:graphicEl>
                                          </p:spTgt>
                                        </p:tgtEl>
                                        <p:attrNameLst>
                                          <p:attrName>style.visibility</p:attrName>
                                        </p:attrNameLst>
                                      </p:cBhvr>
                                      <p:to>
                                        <p:strVal val="visible"/>
                                      </p:to>
                                    </p:set>
                                    <p:animEffect transition="in" filter="fade">
                                      <p:cBhvr>
                                        <p:cTn id="13" dur="500"/>
                                        <p:tgtEl>
                                          <p:spTgt spid="8">
                                            <p:graphicEl>
                                              <a:dgm id="{AB2BAFAF-6E44-408A-98EC-5B9CB1218E0F}"/>
                                            </p:graphic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graphicEl>
                                              <a:dgm id="{3FB79A28-1CEF-41B3-977D-DDC30B2DEF60}"/>
                                            </p:graphicEl>
                                          </p:spTgt>
                                        </p:tgtEl>
                                        <p:attrNameLst>
                                          <p:attrName>style.visibility</p:attrName>
                                        </p:attrNameLst>
                                      </p:cBhvr>
                                      <p:to>
                                        <p:strVal val="visible"/>
                                      </p:to>
                                    </p:set>
                                    <p:animEffect transition="in" filter="fade">
                                      <p:cBhvr>
                                        <p:cTn id="16" dur="500"/>
                                        <p:tgtEl>
                                          <p:spTgt spid="8">
                                            <p:graphicEl>
                                              <a:dgm id="{3FB79A28-1CEF-41B3-977D-DDC30B2DEF60}"/>
                                            </p:graphic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graphicEl>
                                              <a:dgm id="{6D8CF351-8074-4D1F-BEAB-5FE945A17F5E}"/>
                                            </p:graphicEl>
                                          </p:spTgt>
                                        </p:tgtEl>
                                        <p:attrNameLst>
                                          <p:attrName>style.visibility</p:attrName>
                                        </p:attrNameLst>
                                      </p:cBhvr>
                                      <p:to>
                                        <p:strVal val="visible"/>
                                      </p:to>
                                    </p:set>
                                    <p:animEffect transition="in" filter="fade">
                                      <p:cBhvr>
                                        <p:cTn id="19" dur="500"/>
                                        <p:tgtEl>
                                          <p:spTgt spid="8">
                                            <p:graphicEl>
                                              <a:dgm id="{6D8CF351-8074-4D1F-BEAB-5FE945A17F5E}"/>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0" nodeType="clickEffect">
                                  <p:stCondLst>
                                    <p:cond delay="0"/>
                                  </p:stCondLst>
                                  <p:childTnLst>
                                    <p:animEffect transition="out" filter="fade">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074"/>
                                        </p:tgtEl>
                                        <p:attrNameLst>
                                          <p:attrName>style.visibility</p:attrName>
                                        </p:attrNameLst>
                                      </p:cBhvr>
                                      <p:to>
                                        <p:strVal val="visible"/>
                                      </p:to>
                                    </p:set>
                                    <p:animEffect transition="in" filter="fade">
                                      <p:cBhvr>
                                        <p:cTn id="32" dur="500"/>
                                        <p:tgtEl>
                                          <p:spTgt spid="307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fade">
                                      <p:cBhvr>
                                        <p:cTn id="37" dur="500"/>
                                        <p:tgtEl>
                                          <p:spTgt spid="3">
                                            <p:txEl>
                                              <p:pRg st="1" end="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2" end="2"/>
                                            </p:txEl>
                                          </p:spTgt>
                                        </p:tgtEl>
                                        <p:attrNameLst>
                                          <p:attrName>style.visibility</p:attrName>
                                        </p:attrNameLst>
                                      </p:cBhvr>
                                      <p:to>
                                        <p:strVal val="visible"/>
                                      </p:to>
                                    </p:set>
                                    <p:animEffect transition="in" filter="fade">
                                      <p:cBhvr>
                                        <p:cTn id="40" dur="500"/>
                                        <p:tgtEl>
                                          <p:spTgt spid="3">
                                            <p:txEl>
                                              <p:pRg st="2" end="2"/>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fade">
                                      <p:cBhvr>
                                        <p:cTn id="43" dur="500"/>
                                        <p:tgtEl>
                                          <p:spTgt spid="3">
                                            <p:txEl>
                                              <p:pRg st="3" end="3"/>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4" end="4"/>
                                            </p:txEl>
                                          </p:spTgt>
                                        </p:tgtEl>
                                        <p:attrNameLst>
                                          <p:attrName>style.visibility</p:attrName>
                                        </p:attrNameLst>
                                      </p:cBhvr>
                                      <p:to>
                                        <p:strVal val="visible"/>
                                      </p:to>
                                    </p:set>
                                    <p:animEffect transition="in" filter="fade">
                                      <p:cBhvr>
                                        <p:cTn id="46" dur="500"/>
                                        <p:tgtEl>
                                          <p:spTgt spid="3">
                                            <p:txEl>
                                              <p:pRg st="4" end="4"/>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500"/>
                                        <p:tgtEl>
                                          <p:spTgt spid="3">
                                            <p:txEl>
                                              <p:pRg st="5" end="5"/>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animEffect transition="in" filter="fade">
                                      <p:cBhvr>
                                        <p:cTn id="5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Graphic spid="8" grpId="0" uiExpand="1">
        <p:bldSub>
          <a:bldDgm bld="lvlOne"/>
        </p:bldSub>
      </p:bldGraphic>
      <p:bldGraphic spid="9"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7"/>
          <p:cNvGraphicFramePr>
            <a:graphicFrameLocks/>
          </p:cNvGraphicFramePr>
          <p:nvPr>
            <p:extLst>
              <p:ext uri="{D42A27DB-BD31-4B8C-83A1-F6EECF244321}">
                <p14:modId xmlns:p14="http://schemas.microsoft.com/office/powerpoint/2010/main" val="1945199806"/>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lstStyle/>
          <a:p>
            <a:r>
              <a:rPr lang="en-US" dirty="0"/>
              <a:t>Types of Machine Learning</a:t>
            </a:r>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6</a:t>
            </a:fld>
            <a:endParaRPr lang="de-DE" dirty="0"/>
          </a:p>
        </p:txBody>
      </p:sp>
      <p:graphicFrame>
        <p:nvGraphicFramePr>
          <p:cNvPr id="12" name="Diagram 11"/>
          <p:cNvGraphicFramePr/>
          <p:nvPr/>
        </p:nvGraphicFramePr>
        <p:xfrm>
          <a:off x="-2040904" y="800224"/>
          <a:ext cx="6096000" cy="51532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3" name="Diagram 12"/>
          <p:cNvGraphicFramePr/>
          <p:nvPr>
            <p:extLst>
              <p:ext uri="{D42A27DB-BD31-4B8C-83A1-F6EECF244321}">
                <p14:modId xmlns:p14="http://schemas.microsoft.com/office/powerpoint/2010/main" val="1042670778"/>
              </p:ext>
            </p:extLst>
          </p:nvPr>
        </p:nvGraphicFramePr>
        <p:xfrm>
          <a:off x="7320136" y="800100"/>
          <a:ext cx="4608512" cy="507717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76341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graphicEl>
                                              <a:dgm id="{9204CA6C-7B96-4237-9523-A1E783632F36}"/>
                                            </p:graphicEl>
                                          </p:spTgt>
                                        </p:tgtEl>
                                        <p:attrNameLst>
                                          <p:attrName>style.visibility</p:attrName>
                                        </p:attrNameLst>
                                      </p:cBhvr>
                                      <p:to>
                                        <p:strVal val="visible"/>
                                      </p:to>
                                    </p:set>
                                    <p:animEffect transition="in" filter="fade">
                                      <p:cBhvr>
                                        <p:cTn id="7" dur="500"/>
                                        <p:tgtEl>
                                          <p:spTgt spid="12">
                                            <p:graphicEl>
                                              <a:dgm id="{9204CA6C-7B96-4237-9523-A1E783632F36}"/>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graphicEl>
                                              <a:dgm id="{9204CA6C-7B96-4237-9523-A1E783632F36}"/>
                                            </p:graphicEl>
                                          </p:spTgt>
                                        </p:tgtEl>
                                        <p:attrNameLst>
                                          <p:attrName>style.visibility</p:attrName>
                                        </p:attrNameLst>
                                      </p:cBhvr>
                                      <p:to>
                                        <p:strVal val="visible"/>
                                      </p:to>
                                    </p:set>
                                    <p:animEffect transition="in" filter="fade">
                                      <p:cBhvr>
                                        <p:cTn id="12" dur="500"/>
                                        <p:tgtEl>
                                          <p:spTgt spid="13">
                                            <p:graphicEl>
                                              <a:dgm id="{9204CA6C-7B96-4237-9523-A1E783632F36}"/>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graphicEl>
                                              <a:dgm id="{7245A132-5DFB-4116-8442-5AC24D7C6B23}"/>
                                            </p:graphicEl>
                                          </p:spTgt>
                                        </p:tgtEl>
                                        <p:attrNameLst>
                                          <p:attrName>style.visibility</p:attrName>
                                        </p:attrNameLst>
                                      </p:cBhvr>
                                      <p:to>
                                        <p:strVal val="visible"/>
                                      </p:to>
                                    </p:set>
                                    <p:animEffect transition="in" filter="fade">
                                      <p:cBhvr>
                                        <p:cTn id="15" dur="500"/>
                                        <p:tgtEl>
                                          <p:spTgt spid="12">
                                            <p:graphicEl>
                                              <a:dgm id="{7245A132-5DFB-4116-8442-5AC24D7C6B23}"/>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graphicEl>
                                              <a:dgm id="{AB2BAFAF-6E44-408A-98EC-5B9CB1218E0F}"/>
                                            </p:graphicEl>
                                          </p:spTgt>
                                        </p:tgtEl>
                                        <p:attrNameLst>
                                          <p:attrName>style.visibility</p:attrName>
                                        </p:attrNameLst>
                                      </p:cBhvr>
                                      <p:to>
                                        <p:strVal val="visible"/>
                                      </p:to>
                                    </p:set>
                                    <p:animEffect transition="in" filter="fade">
                                      <p:cBhvr>
                                        <p:cTn id="18" dur="500"/>
                                        <p:tgtEl>
                                          <p:spTgt spid="12">
                                            <p:graphicEl>
                                              <a:dgm id="{AB2BAFAF-6E44-408A-98EC-5B9CB1218E0F}"/>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graphicEl>
                                              <a:dgm id="{3FB79A28-1CEF-41B3-977D-DDC30B2DEF60}"/>
                                            </p:graphicEl>
                                          </p:spTgt>
                                        </p:tgtEl>
                                        <p:attrNameLst>
                                          <p:attrName>style.visibility</p:attrName>
                                        </p:attrNameLst>
                                      </p:cBhvr>
                                      <p:to>
                                        <p:strVal val="visible"/>
                                      </p:to>
                                    </p:set>
                                    <p:animEffect transition="in" filter="fade">
                                      <p:cBhvr>
                                        <p:cTn id="21" dur="500"/>
                                        <p:tgtEl>
                                          <p:spTgt spid="12">
                                            <p:graphicEl>
                                              <a:dgm id="{3FB79A28-1CEF-41B3-977D-DDC30B2DEF60}"/>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graphicEl>
                                              <a:dgm id="{6D8CF351-8074-4D1F-BEAB-5FE945A17F5E}"/>
                                            </p:graphicEl>
                                          </p:spTgt>
                                        </p:tgtEl>
                                        <p:attrNameLst>
                                          <p:attrName>style.visibility</p:attrName>
                                        </p:attrNameLst>
                                      </p:cBhvr>
                                      <p:to>
                                        <p:strVal val="visible"/>
                                      </p:to>
                                    </p:set>
                                    <p:animEffect transition="in" filter="fade">
                                      <p:cBhvr>
                                        <p:cTn id="24" dur="500"/>
                                        <p:tgtEl>
                                          <p:spTgt spid="12">
                                            <p:graphicEl>
                                              <a:dgm id="{6D8CF351-8074-4D1F-BEAB-5FE945A17F5E}"/>
                                            </p:graphic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graphicEl>
                                              <a:dgm id="{7245A132-5DFB-4116-8442-5AC24D7C6B23}"/>
                                            </p:graphicEl>
                                          </p:spTgt>
                                        </p:tgtEl>
                                        <p:attrNameLst>
                                          <p:attrName>style.visibility</p:attrName>
                                        </p:attrNameLst>
                                      </p:cBhvr>
                                      <p:to>
                                        <p:strVal val="visible"/>
                                      </p:to>
                                    </p:set>
                                    <p:animEffect transition="in" filter="wipe(left)">
                                      <p:cBhvr>
                                        <p:cTn id="32" dur="500"/>
                                        <p:tgtEl>
                                          <p:spTgt spid="13">
                                            <p:graphicEl>
                                              <a:dgm id="{7245A132-5DFB-4116-8442-5AC24D7C6B23}"/>
                                            </p:graphic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3">
                                            <p:graphicEl>
                                              <a:dgm id="{AB2BAFAF-6E44-408A-98EC-5B9CB1218E0F}"/>
                                            </p:graphicEl>
                                          </p:spTgt>
                                        </p:tgtEl>
                                        <p:attrNameLst>
                                          <p:attrName>style.visibility</p:attrName>
                                        </p:attrNameLst>
                                      </p:cBhvr>
                                      <p:to>
                                        <p:strVal val="visible"/>
                                      </p:to>
                                    </p:set>
                                    <p:animEffect transition="in" filter="wipe(left)">
                                      <p:cBhvr>
                                        <p:cTn id="35" dur="500"/>
                                        <p:tgtEl>
                                          <p:spTgt spid="13">
                                            <p:graphicEl>
                                              <a:dgm id="{AB2BAFAF-6E44-408A-98EC-5B9CB1218E0F}"/>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graphicEl>
                                              <a:dgm id="{3FB79A28-1CEF-41B3-977D-DDC30B2DEF60}"/>
                                            </p:graphicEl>
                                          </p:spTgt>
                                        </p:tgtEl>
                                        <p:attrNameLst>
                                          <p:attrName>style.visibility</p:attrName>
                                        </p:attrNameLst>
                                      </p:cBhvr>
                                      <p:to>
                                        <p:strVal val="visible"/>
                                      </p:to>
                                    </p:set>
                                    <p:animEffect transition="in" filter="wipe(left)">
                                      <p:cBhvr>
                                        <p:cTn id="40" dur="500"/>
                                        <p:tgtEl>
                                          <p:spTgt spid="13">
                                            <p:graphicEl>
                                              <a:dgm id="{3FB79A28-1CEF-41B3-977D-DDC30B2DEF60}"/>
                                            </p:graphic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3">
                                            <p:graphicEl>
                                              <a:dgm id="{6D8CF351-8074-4D1F-BEAB-5FE945A17F5E}"/>
                                            </p:graphicEl>
                                          </p:spTgt>
                                        </p:tgtEl>
                                        <p:attrNameLst>
                                          <p:attrName>style.visibility</p:attrName>
                                        </p:attrNameLst>
                                      </p:cBhvr>
                                      <p:to>
                                        <p:strVal val="visible"/>
                                      </p:to>
                                    </p:set>
                                    <p:animEffect transition="in" filter="wipe(left)">
                                      <p:cBhvr>
                                        <p:cTn id="43" dur="500"/>
                                        <p:tgtEl>
                                          <p:spTgt spid="13">
                                            <p:graphicEl>
                                              <a:dgm id="{6D8CF351-8074-4D1F-BEAB-5FE945A17F5E}"/>
                                            </p:graphic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graphicEl>
                                              <a:dgm id="{08CE5EAF-7FBB-4A20-B85D-DCDD82F8F2FC}"/>
                                            </p:graphicEl>
                                          </p:spTgt>
                                        </p:tgtEl>
                                        <p:attrNameLst>
                                          <p:attrName>style.visibility</p:attrName>
                                        </p:attrNameLst>
                                      </p:cBhvr>
                                      <p:to>
                                        <p:strVal val="visible"/>
                                      </p:to>
                                    </p:set>
                                    <p:animEffect transition="in" filter="fade">
                                      <p:cBhvr>
                                        <p:cTn id="48" dur="500"/>
                                        <p:tgtEl>
                                          <p:spTgt spid="13">
                                            <p:graphicEl>
                                              <a:dgm id="{08CE5EAF-7FBB-4A20-B85D-DCDD82F8F2FC}"/>
                                            </p:graphic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
                                            <p:graphicEl>
                                              <a:dgm id="{E2F1F81C-98EB-44AA-B7F9-EC704190D7CF}"/>
                                            </p:graphicEl>
                                          </p:spTgt>
                                        </p:tgtEl>
                                        <p:attrNameLst>
                                          <p:attrName>style.visibility</p:attrName>
                                        </p:attrNameLst>
                                      </p:cBhvr>
                                      <p:to>
                                        <p:strVal val="visible"/>
                                      </p:to>
                                    </p:set>
                                    <p:animEffect transition="in" filter="fade">
                                      <p:cBhvr>
                                        <p:cTn id="51" dur="500"/>
                                        <p:tgtEl>
                                          <p:spTgt spid="13">
                                            <p:graphicEl>
                                              <a:dgm id="{E2F1F81C-98EB-44AA-B7F9-EC704190D7C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Graphic spid="12" grpId="0" uiExpand="1">
        <p:bldSub>
          <a:bldDgm bld="lvlOne"/>
        </p:bldSub>
      </p:bldGraphic>
      <p:bldGraphic spid="13" grpId="0" uiExpand="1">
        <p:bldSub>
          <a:bldDgm bld="lvl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EBD8C812-7BE9-43D4-A3EC-C0D9302EC45A}"/>
              </a:ext>
            </a:extLst>
          </p:cNvPr>
          <p:cNvGraphicFramePr/>
          <p:nvPr>
            <p:extLst>
              <p:ext uri="{D42A27DB-BD31-4B8C-83A1-F6EECF244321}">
                <p14:modId xmlns:p14="http://schemas.microsoft.com/office/powerpoint/2010/main" val="3651766811"/>
              </p:ext>
            </p:extLst>
          </p:nvPr>
        </p:nvGraphicFramePr>
        <p:xfrm>
          <a:off x="7320136" y="1300808"/>
          <a:ext cx="4608512" cy="5077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lstStyle/>
          <a:p>
            <a:r>
              <a:rPr lang="en-US" dirty="0"/>
              <a:t>Types of Machine Learning</a:t>
            </a:r>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7</a:t>
            </a:fld>
            <a:endParaRPr lang="de-DE" dirty="0"/>
          </a:p>
        </p:txBody>
      </p:sp>
      <p:sp>
        <p:nvSpPr>
          <p:cNvPr id="3" name="Content Placeholder 2"/>
          <p:cNvSpPr>
            <a:spLocks noGrp="1"/>
          </p:cNvSpPr>
          <p:nvPr>
            <p:ph idx="1"/>
          </p:nvPr>
        </p:nvSpPr>
        <p:spPr>
          <a:xfrm>
            <a:off x="609600" y="1600201"/>
            <a:ext cx="7142584" cy="4525963"/>
          </a:xfrm>
        </p:spPr>
        <p:txBody>
          <a:bodyPr/>
          <a:lstStyle/>
          <a:p>
            <a:r>
              <a:rPr lang="en-US" b="1" dirty="0"/>
              <a:t>Clustering</a:t>
            </a:r>
            <a:r>
              <a:rPr lang="en-US" dirty="0"/>
              <a:t> is used to automatically discovering structure in data, by grouping items in relevant way.</a:t>
            </a:r>
          </a:p>
          <a:p>
            <a:r>
              <a:rPr lang="en-US" b="1" dirty="0"/>
              <a:t>Clustering Applications</a:t>
            </a:r>
          </a:p>
          <a:p>
            <a:pPr lvl="1"/>
            <a:r>
              <a:rPr lang="en-US" dirty="0"/>
              <a:t>Customer Segmentation.</a:t>
            </a:r>
          </a:p>
          <a:p>
            <a:pPr lvl="1"/>
            <a:r>
              <a:rPr lang="en-US" dirty="0"/>
              <a:t>Documents Segmentation.</a:t>
            </a:r>
          </a:p>
          <a:p>
            <a:pPr lvl="1"/>
            <a:r>
              <a:rPr lang="en-US" dirty="0"/>
              <a:t>Image Processing</a:t>
            </a:r>
          </a:p>
          <a:p>
            <a:pPr lvl="1"/>
            <a:endParaRPr lang="en-US" dirty="0"/>
          </a:p>
        </p:txBody>
      </p:sp>
      <p:pic>
        <p:nvPicPr>
          <p:cNvPr id="1026" name="Picture 2" descr="Image result for machine learning clusteri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91944" y="3068960"/>
            <a:ext cx="3535792" cy="287205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Diagram 13">
            <a:extLst>
              <a:ext uri="{FF2B5EF4-FFF2-40B4-BE49-F238E27FC236}">
                <a16:creationId xmlns:a16="http://schemas.microsoft.com/office/drawing/2014/main" id="{B8A387D3-F7D6-4D63-AEAA-1BE848BA8896}"/>
              </a:ext>
            </a:extLst>
          </p:cNvPr>
          <p:cNvGraphicFramePr/>
          <p:nvPr>
            <p:extLst>
              <p:ext uri="{D42A27DB-BD31-4B8C-83A1-F6EECF244321}">
                <p14:modId xmlns:p14="http://schemas.microsoft.com/office/powerpoint/2010/main" val="758382115"/>
              </p:ext>
            </p:extLst>
          </p:nvPr>
        </p:nvGraphicFramePr>
        <p:xfrm>
          <a:off x="7335162" y="1300808"/>
          <a:ext cx="4608512" cy="507717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91687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fade">
                                      <p:cBhvr>
                                        <p:cTn id="14" dur="500"/>
                                        <p:tgtEl>
                                          <p:spTgt spid="102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Graphic spid="1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Machine Learning</a:t>
            </a:r>
          </a:p>
        </p:txBody>
      </p:sp>
      <p:sp>
        <p:nvSpPr>
          <p:cNvPr id="3" name="Content Placeholder 2"/>
          <p:cNvSpPr>
            <a:spLocks noGrp="1"/>
          </p:cNvSpPr>
          <p:nvPr>
            <p:ph idx="1"/>
          </p:nvPr>
        </p:nvSpPr>
        <p:spPr>
          <a:xfrm>
            <a:off x="609600" y="1600201"/>
            <a:ext cx="7142584" cy="4525963"/>
          </a:xfrm>
        </p:spPr>
        <p:txBody>
          <a:bodyPr/>
          <a:lstStyle/>
          <a:p>
            <a:r>
              <a:rPr lang="en-US" b="1" dirty="0"/>
              <a:t>Dimensionality Reduction </a:t>
            </a:r>
            <a:r>
              <a:rPr lang="en-US" dirty="0"/>
              <a:t>is the process of reducing the number of random variables under consideration, by obtaining a set of principal variables. </a:t>
            </a:r>
          </a:p>
          <a:p>
            <a:pPr lvl="1"/>
            <a:r>
              <a:rPr lang="en-US" dirty="0"/>
              <a:t>In other words describe the data with fewer dimensions without losing much of the meaning of the data.</a:t>
            </a:r>
          </a:p>
          <a:p>
            <a:r>
              <a:rPr lang="en-US" b="1" dirty="0"/>
              <a:t>Dimensionality Reduction Applications:</a:t>
            </a:r>
          </a:p>
          <a:p>
            <a:pPr lvl="1"/>
            <a:r>
              <a:rPr lang="en-US" dirty="0"/>
              <a:t>Meaningful compression</a:t>
            </a:r>
          </a:p>
          <a:p>
            <a:pPr lvl="1"/>
            <a:r>
              <a:rPr lang="en-US" dirty="0"/>
              <a:t>Big data visitation</a:t>
            </a:r>
          </a:p>
          <a:p>
            <a:pPr lvl="1"/>
            <a:r>
              <a:rPr lang="en-US" dirty="0"/>
              <a:t>Feature elicitation</a:t>
            </a:r>
          </a:p>
          <a:p>
            <a:pPr lvl="1"/>
            <a:r>
              <a:rPr lang="en-US" dirty="0"/>
              <a:t>Structure discovery</a:t>
            </a:r>
          </a:p>
          <a:p>
            <a:pPr lvl="1"/>
            <a:endParaRPr lang="en-US" dirty="0"/>
          </a:p>
          <a:p>
            <a:pPr lvl="1"/>
            <a:endParaRPr lang="en-US" dirty="0"/>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8</a:t>
            </a:fld>
            <a:endParaRPr lang="de-DE" dirty="0"/>
          </a:p>
        </p:txBody>
      </p:sp>
      <p:pic>
        <p:nvPicPr>
          <p:cNvPr id="5122" name="Picture 2" descr="Image result for dimensionality reduction"/>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74886" y="3136901"/>
            <a:ext cx="2954595" cy="297152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Diagram 8">
            <a:extLst>
              <a:ext uri="{FF2B5EF4-FFF2-40B4-BE49-F238E27FC236}">
                <a16:creationId xmlns:a16="http://schemas.microsoft.com/office/drawing/2014/main" id="{59F1728A-07FB-4FC3-99E5-859D9328ABA0}"/>
              </a:ext>
            </a:extLst>
          </p:cNvPr>
          <p:cNvGraphicFramePr/>
          <p:nvPr>
            <p:extLst>
              <p:ext uri="{D42A27DB-BD31-4B8C-83A1-F6EECF244321}">
                <p14:modId xmlns:p14="http://schemas.microsoft.com/office/powerpoint/2010/main" val="3240577709"/>
              </p:ext>
            </p:extLst>
          </p:nvPr>
        </p:nvGraphicFramePr>
        <p:xfrm>
          <a:off x="7320136" y="1300808"/>
          <a:ext cx="4608512" cy="50771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1" name="Diagram 10">
            <a:extLst>
              <a:ext uri="{FF2B5EF4-FFF2-40B4-BE49-F238E27FC236}">
                <a16:creationId xmlns:a16="http://schemas.microsoft.com/office/drawing/2014/main" id="{C4CA1B2B-C5C2-4CC5-8C20-F56000E0B865}"/>
              </a:ext>
            </a:extLst>
          </p:cNvPr>
          <p:cNvGraphicFramePr/>
          <p:nvPr>
            <p:extLst>
              <p:ext uri="{D42A27DB-BD31-4B8C-83A1-F6EECF244321}">
                <p14:modId xmlns:p14="http://schemas.microsoft.com/office/powerpoint/2010/main" val="2505755561"/>
              </p:ext>
            </p:extLst>
          </p:nvPr>
        </p:nvGraphicFramePr>
        <p:xfrm>
          <a:off x="7335162" y="1300808"/>
          <a:ext cx="4608512" cy="507717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77807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5122"/>
                                        </p:tgtEl>
                                        <p:attrNameLst>
                                          <p:attrName>style.visibility</p:attrName>
                                        </p:attrNameLst>
                                      </p:cBhvr>
                                      <p:to>
                                        <p:strVal val="visible"/>
                                      </p:to>
                                    </p:set>
                                    <p:animEffect transition="in" filter="fade">
                                      <p:cBhvr>
                                        <p:cTn id="17" dur="500"/>
                                        <p:tgtEl>
                                          <p:spTgt spid="51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Graphic spid="11"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Machine Learning</a:t>
            </a:r>
          </a:p>
        </p:txBody>
      </p:sp>
      <p:sp>
        <p:nvSpPr>
          <p:cNvPr id="3" name="Content Placeholder 2"/>
          <p:cNvSpPr>
            <a:spLocks noGrp="1"/>
          </p:cNvSpPr>
          <p:nvPr>
            <p:ph idx="1"/>
          </p:nvPr>
        </p:nvSpPr>
        <p:spPr>
          <a:xfrm>
            <a:off x="609600" y="1600201"/>
            <a:ext cx="7142584" cy="4525963"/>
          </a:xfrm>
        </p:spPr>
        <p:txBody>
          <a:bodyPr/>
          <a:lstStyle/>
          <a:p>
            <a:r>
              <a:rPr lang="en-US" b="1" dirty="0"/>
              <a:t>Association rules: Association rules</a:t>
            </a:r>
            <a:r>
              <a:rPr lang="en-US" dirty="0"/>
              <a:t> are created by analyzing data for frequent if/then patterns and using the criteria support and confidence to identify the most important relationships.</a:t>
            </a:r>
            <a:endParaRPr lang="en-US" b="1" dirty="0"/>
          </a:p>
          <a:p>
            <a:r>
              <a:rPr lang="en-US" b="1" dirty="0"/>
              <a:t>Association rules applications:</a:t>
            </a:r>
          </a:p>
          <a:p>
            <a:pPr lvl="1"/>
            <a:r>
              <a:rPr lang="en-US" dirty="0"/>
              <a:t>Market Basket Analysis</a:t>
            </a:r>
          </a:p>
          <a:p>
            <a:pPr lvl="1"/>
            <a:r>
              <a:rPr lang="en-US" dirty="0"/>
              <a:t>Medical Diagnosis</a:t>
            </a:r>
          </a:p>
          <a:p>
            <a:pPr lvl="1"/>
            <a:r>
              <a:rPr lang="en-US" dirty="0"/>
              <a:t>Protein </a:t>
            </a:r>
            <a:r>
              <a:rPr lang="en-US" dirty="0" err="1"/>
              <a:t>Sequen</a:t>
            </a:r>
            <a:endParaRPr lang="en-US" dirty="0"/>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9</a:t>
            </a:fld>
            <a:endParaRPr lang="de-DE" dirty="0"/>
          </a:p>
        </p:txBody>
      </p:sp>
      <p:graphicFrame>
        <p:nvGraphicFramePr>
          <p:cNvPr id="9" name="Diagram 8">
            <a:extLst>
              <a:ext uri="{FF2B5EF4-FFF2-40B4-BE49-F238E27FC236}">
                <a16:creationId xmlns:a16="http://schemas.microsoft.com/office/drawing/2014/main" id="{59F1728A-07FB-4FC3-99E5-859D9328ABA0}"/>
              </a:ext>
            </a:extLst>
          </p:cNvPr>
          <p:cNvGraphicFramePr/>
          <p:nvPr/>
        </p:nvGraphicFramePr>
        <p:xfrm>
          <a:off x="7320136" y="1300808"/>
          <a:ext cx="4608512" cy="5077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C4CA1B2B-C5C2-4CC5-8C20-F56000E0B865}"/>
              </a:ext>
            </a:extLst>
          </p:cNvPr>
          <p:cNvGraphicFramePr/>
          <p:nvPr>
            <p:extLst>
              <p:ext uri="{D42A27DB-BD31-4B8C-83A1-F6EECF244321}">
                <p14:modId xmlns:p14="http://schemas.microsoft.com/office/powerpoint/2010/main" val="319173167"/>
              </p:ext>
            </p:extLst>
          </p:nvPr>
        </p:nvGraphicFramePr>
        <p:xfrm>
          <a:off x="7335162" y="1300808"/>
          <a:ext cx="4608512" cy="507717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8" name="Picture 4" descr="Image result for association rules">
            <a:extLst>
              <a:ext uri="{FF2B5EF4-FFF2-40B4-BE49-F238E27FC236}">
                <a16:creationId xmlns:a16="http://schemas.microsoft.com/office/drawing/2014/main" id="{76FBE51C-6EA1-4827-BCC5-BADE9AB6E8D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29615" y="2812633"/>
            <a:ext cx="3907985" cy="3294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9531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Graphic spid="11"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7"/>
          <p:cNvGraphicFramePr>
            <a:graphicFrameLocks/>
          </p:cNvGraphicFramePr>
          <p:nvPr>
            <p:extLst>
              <p:ext uri="{D42A27DB-BD31-4B8C-83A1-F6EECF244321}">
                <p14:modId xmlns:p14="http://schemas.microsoft.com/office/powerpoint/2010/main" val="3363646225"/>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lstStyle/>
          <a:p>
            <a:r>
              <a:rPr lang="en-US" dirty="0"/>
              <a:t>Types of Machine Learning</a:t>
            </a:r>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10</a:t>
            </a:fld>
            <a:endParaRPr lang="de-DE" dirty="0"/>
          </a:p>
        </p:txBody>
      </p:sp>
      <p:graphicFrame>
        <p:nvGraphicFramePr>
          <p:cNvPr id="12" name="Diagram 11"/>
          <p:cNvGraphicFramePr/>
          <p:nvPr/>
        </p:nvGraphicFramePr>
        <p:xfrm>
          <a:off x="-2040904" y="800224"/>
          <a:ext cx="6096000" cy="51532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1" name="Diagram 10">
            <a:extLst>
              <a:ext uri="{FF2B5EF4-FFF2-40B4-BE49-F238E27FC236}">
                <a16:creationId xmlns:a16="http://schemas.microsoft.com/office/drawing/2014/main" id="{EB415F83-759B-47BA-82B7-10F62C9F6FC5}"/>
              </a:ext>
            </a:extLst>
          </p:cNvPr>
          <p:cNvGraphicFramePr/>
          <p:nvPr>
            <p:extLst>
              <p:ext uri="{D42A27DB-BD31-4B8C-83A1-F6EECF244321}">
                <p14:modId xmlns:p14="http://schemas.microsoft.com/office/powerpoint/2010/main" val="4274828913"/>
              </p:ext>
            </p:extLst>
          </p:nvPr>
        </p:nvGraphicFramePr>
        <p:xfrm>
          <a:off x="7320136" y="800100"/>
          <a:ext cx="4608512" cy="507717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727837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20"/>
          <p:cNvSpPr/>
          <p:nvPr/>
        </p:nvSpPr>
        <p:spPr>
          <a:xfrm>
            <a:off x="4939630" y="2204863"/>
            <a:ext cx="2312724" cy="2026260"/>
          </a:xfrm>
          <a:custGeom>
            <a:avLst/>
            <a:gdLst>
              <a:gd name="connsiteX0" fmla="*/ 0 w 2312724"/>
              <a:gd name="connsiteY0" fmla="*/ 1013130 h 2026260"/>
              <a:gd name="connsiteX1" fmla="*/ 1156362 w 2312724"/>
              <a:gd name="connsiteY1" fmla="*/ 0 h 2026260"/>
              <a:gd name="connsiteX2" fmla="*/ 2312724 w 2312724"/>
              <a:gd name="connsiteY2" fmla="*/ 1013130 h 2026260"/>
              <a:gd name="connsiteX3" fmla="*/ 1156362 w 2312724"/>
              <a:gd name="connsiteY3" fmla="*/ 2026260 h 2026260"/>
              <a:gd name="connsiteX4" fmla="*/ 0 w 2312724"/>
              <a:gd name="connsiteY4" fmla="*/ 1013130 h 2026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2724" h="2026260">
                <a:moveTo>
                  <a:pt x="0" y="1013130"/>
                </a:moveTo>
                <a:cubicBezTo>
                  <a:pt x="0" y="453594"/>
                  <a:pt x="517721" y="0"/>
                  <a:pt x="1156362" y="0"/>
                </a:cubicBezTo>
                <a:cubicBezTo>
                  <a:pt x="1795003" y="0"/>
                  <a:pt x="2312724" y="453594"/>
                  <a:pt x="2312724" y="1013130"/>
                </a:cubicBezTo>
                <a:cubicBezTo>
                  <a:pt x="2312724" y="1572666"/>
                  <a:pt x="1795003" y="2026260"/>
                  <a:pt x="1156362" y="2026260"/>
                </a:cubicBezTo>
                <a:cubicBezTo>
                  <a:pt x="517721" y="2026260"/>
                  <a:pt x="0" y="1572666"/>
                  <a:pt x="0" y="1013130"/>
                </a:cubicBez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72981" tIns="331029" rIns="372981" bIns="331029" numCol="1" spcCol="1270" anchor="ctr" anchorCtr="0">
            <a:noAutofit/>
          </a:bodyPr>
          <a:lstStyle/>
          <a:p>
            <a:pPr lvl="0" algn="ctr" defTabSz="1200150">
              <a:lnSpc>
                <a:spcPct val="90000"/>
              </a:lnSpc>
              <a:spcBef>
                <a:spcPct val="0"/>
              </a:spcBef>
              <a:spcAft>
                <a:spcPct val="35000"/>
              </a:spcAft>
            </a:pPr>
            <a:r>
              <a:rPr lang="en-US" sz="2700" b="0" kern="1200" dirty="0"/>
              <a:t>Machine Learning</a:t>
            </a:r>
          </a:p>
        </p:txBody>
      </p:sp>
      <p:sp>
        <p:nvSpPr>
          <p:cNvPr id="22" name="Freeform 21"/>
          <p:cNvSpPr/>
          <p:nvPr/>
        </p:nvSpPr>
        <p:spPr>
          <a:xfrm rot="975934">
            <a:off x="3957734" y="2502098"/>
            <a:ext cx="755283" cy="404407"/>
          </a:xfrm>
          <a:custGeom>
            <a:avLst/>
            <a:gdLst>
              <a:gd name="connsiteX0" fmla="*/ 0 w 755283"/>
              <a:gd name="connsiteY0" fmla="*/ 80881 h 404407"/>
              <a:gd name="connsiteX1" fmla="*/ 553080 w 755283"/>
              <a:gd name="connsiteY1" fmla="*/ 80881 h 404407"/>
              <a:gd name="connsiteX2" fmla="*/ 553080 w 755283"/>
              <a:gd name="connsiteY2" fmla="*/ 0 h 404407"/>
              <a:gd name="connsiteX3" fmla="*/ 755283 w 755283"/>
              <a:gd name="connsiteY3" fmla="*/ 202204 h 404407"/>
              <a:gd name="connsiteX4" fmla="*/ 553080 w 755283"/>
              <a:gd name="connsiteY4" fmla="*/ 404407 h 404407"/>
              <a:gd name="connsiteX5" fmla="*/ 553080 w 755283"/>
              <a:gd name="connsiteY5" fmla="*/ 323526 h 404407"/>
              <a:gd name="connsiteX6" fmla="*/ 0 w 755283"/>
              <a:gd name="connsiteY6" fmla="*/ 323526 h 404407"/>
              <a:gd name="connsiteX7" fmla="*/ 0 w 755283"/>
              <a:gd name="connsiteY7" fmla="*/ 80881 h 40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283" h="404407">
                <a:moveTo>
                  <a:pt x="755283" y="323525"/>
                </a:moveTo>
                <a:lnTo>
                  <a:pt x="202203" y="323525"/>
                </a:lnTo>
                <a:lnTo>
                  <a:pt x="202203" y="404406"/>
                </a:lnTo>
                <a:lnTo>
                  <a:pt x="0" y="202203"/>
                </a:lnTo>
                <a:lnTo>
                  <a:pt x="202203" y="1"/>
                </a:lnTo>
                <a:lnTo>
                  <a:pt x="202203" y="80882"/>
                </a:lnTo>
                <a:lnTo>
                  <a:pt x="755283" y="80882"/>
                </a:lnTo>
                <a:lnTo>
                  <a:pt x="755283" y="323525"/>
                </a:lnTo>
                <a:close/>
              </a:path>
            </a:pathLst>
          </a:cu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21322" tIns="80881" rIns="-1" bIns="80880" numCol="1" spcCol="1270" anchor="ctr" anchorCtr="0">
            <a:noAutofit/>
          </a:bodyPr>
          <a:lstStyle/>
          <a:p>
            <a:pPr lvl="0" algn="ctr" defTabSz="755650">
              <a:lnSpc>
                <a:spcPct val="90000"/>
              </a:lnSpc>
              <a:spcBef>
                <a:spcPct val="0"/>
              </a:spcBef>
              <a:spcAft>
                <a:spcPct val="35000"/>
              </a:spcAft>
            </a:pPr>
            <a:endParaRPr lang="en-US" sz="1700" b="0" kern="1200"/>
          </a:p>
        </p:txBody>
      </p:sp>
      <p:sp>
        <p:nvSpPr>
          <p:cNvPr id="24" name="Freeform 23"/>
          <p:cNvSpPr/>
          <p:nvPr/>
        </p:nvSpPr>
        <p:spPr>
          <a:xfrm rot="20458551">
            <a:off x="7409490" y="2450770"/>
            <a:ext cx="650388" cy="404407"/>
          </a:xfrm>
          <a:custGeom>
            <a:avLst/>
            <a:gdLst>
              <a:gd name="connsiteX0" fmla="*/ 0 w 650388"/>
              <a:gd name="connsiteY0" fmla="*/ 80881 h 404407"/>
              <a:gd name="connsiteX1" fmla="*/ 448185 w 650388"/>
              <a:gd name="connsiteY1" fmla="*/ 80881 h 404407"/>
              <a:gd name="connsiteX2" fmla="*/ 448185 w 650388"/>
              <a:gd name="connsiteY2" fmla="*/ 0 h 404407"/>
              <a:gd name="connsiteX3" fmla="*/ 650388 w 650388"/>
              <a:gd name="connsiteY3" fmla="*/ 202204 h 404407"/>
              <a:gd name="connsiteX4" fmla="*/ 448185 w 650388"/>
              <a:gd name="connsiteY4" fmla="*/ 404407 h 404407"/>
              <a:gd name="connsiteX5" fmla="*/ 448185 w 650388"/>
              <a:gd name="connsiteY5" fmla="*/ 323526 h 404407"/>
              <a:gd name="connsiteX6" fmla="*/ 0 w 650388"/>
              <a:gd name="connsiteY6" fmla="*/ 323526 h 404407"/>
              <a:gd name="connsiteX7" fmla="*/ 0 w 650388"/>
              <a:gd name="connsiteY7" fmla="*/ 80881 h 40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388" h="404407">
                <a:moveTo>
                  <a:pt x="0" y="80881"/>
                </a:moveTo>
                <a:lnTo>
                  <a:pt x="448185" y="80881"/>
                </a:lnTo>
                <a:lnTo>
                  <a:pt x="448185" y="0"/>
                </a:lnTo>
                <a:lnTo>
                  <a:pt x="650388" y="202204"/>
                </a:lnTo>
                <a:lnTo>
                  <a:pt x="448185" y="404407"/>
                </a:lnTo>
                <a:lnTo>
                  <a:pt x="448185" y="323526"/>
                </a:lnTo>
                <a:lnTo>
                  <a:pt x="0" y="323526"/>
                </a:lnTo>
                <a:lnTo>
                  <a:pt x="0" y="80881"/>
                </a:lnTo>
                <a:close/>
              </a:path>
            </a:pathLst>
          </a:custGeom>
        </p:spPr>
        <p:style>
          <a:lnRef idx="0">
            <a:schemeClr val="lt1">
              <a:hueOff val="0"/>
              <a:satOff val="0"/>
              <a:lumOff val="0"/>
              <a:alphaOff val="0"/>
            </a:schemeClr>
          </a:lnRef>
          <a:fillRef idx="1">
            <a:schemeClr val="accent4">
              <a:hueOff val="407026"/>
              <a:satOff val="-15508"/>
              <a:lumOff val="7712"/>
              <a:alphaOff val="0"/>
            </a:schemeClr>
          </a:fillRef>
          <a:effectRef idx="0">
            <a:schemeClr val="accent4">
              <a:hueOff val="407026"/>
              <a:satOff val="-15508"/>
              <a:lumOff val="7712"/>
              <a:alphaOff val="0"/>
            </a:schemeClr>
          </a:effectRef>
          <a:fontRef idx="minor">
            <a:schemeClr val="lt1"/>
          </a:fontRef>
        </p:style>
        <p:txBody>
          <a:bodyPr spcFirstLastPara="0" vert="horz" wrap="square" lIns="-1" tIns="80880" rIns="121322" bIns="80881" numCol="1" spcCol="1270" anchor="ctr" anchorCtr="0">
            <a:noAutofit/>
          </a:bodyPr>
          <a:lstStyle/>
          <a:p>
            <a:pPr lvl="0" algn="ctr" defTabSz="755650">
              <a:lnSpc>
                <a:spcPct val="90000"/>
              </a:lnSpc>
              <a:spcBef>
                <a:spcPct val="0"/>
              </a:spcBef>
              <a:spcAft>
                <a:spcPct val="35000"/>
              </a:spcAft>
            </a:pPr>
            <a:endParaRPr lang="en-US" sz="1700" b="0" kern="1200"/>
          </a:p>
        </p:txBody>
      </p:sp>
      <p:sp>
        <p:nvSpPr>
          <p:cNvPr id="26" name="Freeform 25"/>
          <p:cNvSpPr/>
          <p:nvPr/>
        </p:nvSpPr>
        <p:spPr>
          <a:xfrm rot="3069919">
            <a:off x="6808797" y="4290861"/>
            <a:ext cx="627297" cy="404407"/>
          </a:xfrm>
          <a:custGeom>
            <a:avLst/>
            <a:gdLst>
              <a:gd name="connsiteX0" fmla="*/ 0 w 627297"/>
              <a:gd name="connsiteY0" fmla="*/ 80881 h 404407"/>
              <a:gd name="connsiteX1" fmla="*/ 425094 w 627297"/>
              <a:gd name="connsiteY1" fmla="*/ 80881 h 404407"/>
              <a:gd name="connsiteX2" fmla="*/ 425094 w 627297"/>
              <a:gd name="connsiteY2" fmla="*/ 0 h 404407"/>
              <a:gd name="connsiteX3" fmla="*/ 627297 w 627297"/>
              <a:gd name="connsiteY3" fmla="*/ 202204 h 404407"/>
              <a:gd name="connsiteX4" fmla="*/ 425094 w 627297"/>
              <a:gd name="connsiteY4" fmla="*/ 404407 h 404407"/>
              <a:gd name="connsiteX5" fmla="*/ 425094 w 627297"/>
              <a:gd name="connsiteY5" fmla="*/ 323526 h 404407"/>
              <a:gd name="connsiteX6" fmla="*/ 0 w 627297"/>
              <a:gd name="connsiteY6" fmla="*/ 323526 h 404407"/>
              <a:gd name="connsiteX7" fmla="*/ 0 w 627297"/>
              <a:gd name="connsiteY7" fmla="*/ 80881 h 40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7" h="404407">
                <a:moveTo>
                  <a:pt x="0" y="80881"/>
                </a:moveTo>
                <a:lnTo>
                  <a:pt x="425094" y="80881"/>
                </a:lnTo>
                <a:lnTo>
                  <a:pt x="425094" y="0"/>
                </a:lnTo>
                <a:lnTo>
                  <a:pt x="627297" y="202204"/>
                </a:lnTo>
                <a:lnTo>
                  <a:pt x="425094" y="404407"/>
                </a:lnTo>
                <a:lnTo>
                  <a:pt x="425094" y="323526"/>
                </a:lnTo>
                <a:lnTo>
                  <a:pt x="0" y="323526"/>
                </a:lnTo>
                <a:lnTo>
                  <a:pt x="0" y="80881"/>
                </a:lnTo>
                <a:close/>
              </a:path>
            </a:pathLst>
          </a:custGeom>
        </p:spPr>
        <p:style>
          <a:lnRef idx="0">
            <a:schemeClr val="lt1">
              <a:hueOff val="0"/>
              <a:satOff val="0"/>
              <a:lumOff val="0"/>
              <a:alphaOff val="0"/>
            </a:schemeClr>
          </a:lnRef>
          <a:fillRef idx="1">
            <a:schemeClr val="accent4">
              <a:hueOff val="814052"/>
              <a:satOff val="-31015"/>
              <a:lumOff val="15423"/>
              <a:alphaOff val="0"/>
            </a:schemeClr>
          </a:fillRef>
          <a:effectRef idx="0">
            <a:schemeClr val="accent4">
              <a:hueOff val="814052"/>
              <a:satOff val="-31015"/>
              <a:lumOff val="15423"/>
              <a:alphaOff val="0"/>
            </a:schemeClr>
          </a:effectRef>
          <a:fontRef idx="minor">
            <a:schemeClr val="lt1"/>
          </a:fontRef>
        </p:style>
        <p:txBody>
          <a:bodyPr spcFirstLastPara="0" vert="horz" wrap="square" lIns="0" tIns="80880" rIns="121321" bIns="80881" numCol="1" spcCol="1270" anchor="ctr" anchorCtr="0">
            <a:noAutofit/>
          </a:bodyPr>
          <a:lstStyle/>
          <a:p>
            <a:pPr lvl="0" algn="ctr" defTabSz="755650">
              <a:lnSpc>
                <a:spcPct val="90000"/>
              </a:lnSpc>
              <a:spcBef>
                <a:spcPct val="0"/>
              </a:spcBef>
              <a:spcAft>
                <a:spcPct val="35000"/>
              </a:spcAft>
            </a:pPr>
            <a:endParaRPr lang="en-US" sz="1700" b="0" kern="1200"/>
          </a:p>
        </p:txBody>
      </p:sp>
      <p:sp>
        <p:nvSpPr>
          <p:cNvPr id="28" name="Freeform 27"/>
          <p:cNvSpPr/>
          <p:nvPr/>
        </p:nvSpPr>
        <p:spPr>
          <a:xfrm rot="18368350">
            <a:off x="4860257" y="4304588"/>
            <a:ext cx="589151" cy="404408"/>
          </a:xfrm>
          <a:custGeom>
            <a:avLst/>
            <a:gdLst>
              <a:gd name="connsiteX0" fmla="*/ 0 w 589151"/>
              <a:gd name="connsiteY0" fmla="*/ 80881 h 404407"/>
              <a:gd name="connsiteX1" fmla="*/ 386948 w 589151"/>
              <a:gd name="connsiteY1" fmla="*/ 80881 h 404407"/>
              <a:gd name="connsiteX2" fmla="*/ 386948 w 589151"/>
              <a:gd name="connsiteY2" fmla="*/ 0 h 404407"/>
              <a:gd name="connsiteX3" fmla="*/ 589151 w 589151"/>
              <a:gd name="connsiteY3" fmla="*/ 202204 h 404407"/>
              <a:gd name="connsiteX4" fmla="*/ 386948 w 589151"/>
              <a:gd name="connsiteY4" fmla="*/ 404407 h 404407"/>
              <a:gd name="connsiteX5" fmla="*/ 386948 w 589151"/>
              <a:gd name="connsiteY5" fmla="*/ 323526 h 404407"/>
              <a:gd name="connsiteX6" fmla="*/ 0 w 589151"/>
              <a:gd name="connsiteY6" fmla="*/ 323526 h 404407"/>
              <a:gd name="connsiteX7" fmla="*/ 0 w 589151"/>
              <a:gd name="connsiteY7" fmla="*/ 80881 h 40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9151" h="404407">
                <a:moveTo>
                  <a:pt x="589151" y="323526"/>
                </a:moveTo>
                <a:lnTo>
                  <a:pt x="202203" y="323526"/>
                </a:lnTo>
                <a:lnTo>
                  <a:pt x="202203" y="404407"/>
                </a:lnTo>
                <a:lnTo>
                  <a:pt x="0" y="202203"/>
                </a:lnTo>
                <a:lnTo>
                  <a:pt x="202203" y="0"/>
                </a:lnTo>
                <a:lnTo>
                  <a:pt x="202203" y="80881"/>
                </a:lnTo>
                <a:lnTo>
                  <a:pt x="589151" y="80881"/>
                </a:lnTo>
                <a:lnTo>
                  <a:pt x="589151" y="323526"/>
                </a:lnTo>
                <a:close/>
              </a:path>
            </a:pathLst>
          </a:custGeom>
        </p:spPr>
        <p:style>
          <a:lnRef idx="0">
            <a:schemeClr val="lt1">
              <a:hueOff val="0"/>
              <a:satOff val="0"/>
              <a:lumOff val="0"/>
              <a:alphaOff val="0"/>
            </a:schemeClr>
          </a:lnRef>
          <a:fillRef idx="1">
            <a:schemeClr val="accent4">
              <a:hueOff val="1221077"/>
              <a:satOff val="-46523"/>
              <a:lumOff val="23135"/>
              <a:alphaOff val="0"/>
            </a:schemeClr>
          </a:fillRef>
          <a:effectRef idx="0">
            <a:schemeClr val="accent4">
              <a:hueOff val="1221077"/>
              <a:satOff val="-46523"/>
              <a:lumOff val="23135"/>
              <a:alphaOff val="0"/>
            </a:schemeClr>
          </a:effectRef>
          <a:fontRef idx="minor">
            <a:schemeClr val="lt1"/>
          </a:fontRef>
        </p:style>
        <p:txBody>
          <a:bodyPr spcFirstLastPara="0" vert="horz" wrap="square" lIns="121321" tIns="80882" rIns="0" bIns="80880" numCol="1" spcCol="1270" anchor="ctr" anchorCtr="0">
            <a:noAutofit/>
          </a:bodyPr>
          <a:lstStyle/>
          <a:p>
            <a:pPr lvl="0" algn="ctr" defTabSz="755650">
              <a:lnSpc>
                <a:spcPct val="90000"/>
              </a:lnSpc>
              <a:spcBef>
                <a:spcPct val="0"/>
              </a:spcBef>
              <a:spcAft>
                <a:spcPct val="35000"/>
              </a:spcAft>
            </a:pPr>
            <a:endParaRPr lang="en-US" sz="1700" b="0" kern="1200"/>
          </a:p>
        </p:txBody>
      </p:sp>
      <p:sp>
        <p:nvSpPr>
          <p:cNvPr id="29" name="Freeform 28"/>
          <p:cNvSpPr/>
          <p:nvPr/>
        </p:nvSpPr>
        <p:spPr>
          <a:xfrm>
            <a:off x="3431702" y="4941166"/>
            <a:ext cx="2083376" cy="997555"/>
          </a:xfrm>
          <a:custGeom>
            <a:avLst/>
            <a:gdLst>
              <a:gd name="connsiteX0" fmla="*/ 0 w 2083376"/>
              <a:gd name="connsiteY0" fmla="*/ 498778 h 997555"/>
              <a:gd name="connsiteX1" fmla="*/ 1041688 w 2083376"/>
              <a:gd name="connsiteY1" fmla="*/ 0 h 997555"/>
              <a:gd name="connsiteX2" fmla="*/ 2083376 w 2083376"/>
              <a:gd name="connsiteY2" fmla="*/ 498778 h 997555"/>
              <a:gd name="connsiteX3" fmla="*/ 1041688 w 2083376"/>
              <a:gd name="connsiteY3" fmla="*/ 997556 h 997555"/>
              <a:gd name="connsiteX4" fmla="*/ 0 w 2083376"/>
              <a:gd name="connsiteY4" fmla="*/ 498778 h 99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376" h="997555">
                <a:moveTo>
                  <a:pt x="0" y="498778"/>
                </a:moveTo>
                <a:cubicBezTo>
                  <a:pt x="0" y="223311"/>
                  <a:pt x="466380" y="0"/>
                  <a:pt x="1041688" y="0"/>
                </a:cubicBezTo>
                <a:cubicBezTo>
                  <a:pt x="1616996" y="0"/>
                  <a:pt x="2083376" y="223311"/>
                  <a:pt x="2083376" y="498778"/>
                </a:cubicBezTo>
                <a:cubicBezTo>
                  <a:pt x="2083376" y="774245"/>
                  <a:pt x="1616996" y="997556"/>
                  <a:pt x="1041688" y="997556"/>
                </a:cubicBezTo>
                <a:cubicBezTo>
                  <a:pt x="466380" y="997556"/>
                  <a:pt x="0" y="774245"/>
                  <a:pt x="0" y="498778"/>
                </a:cubicBezTo>
                <a:close/>
              </a:path>
            </a:pathLst>
          </a:custGeom>
        </p:spPr>
        <p:style>
          <a:lnRef idx="2">
            <a:schemeClr val="lt1">
              <a:hueOff val="0"/>
              <a:satOff val="0"/>
              <a:lumOff val="0"/>
              <a:alphaOff val="0"/>
            </a:schemeClr>
          </a:lnRef>
          <a:fillRef idx="1">
            <a:schemeClr val="accent4">
              <a:hueOff val="1221077"/>
              <a:satOff val="-46523"/>
              <a:lumOff val="23135"/>
              <a:alphaOff val="0"/>
            </a:schemeClr>
          </a:fillRef>
          <a:effectRef idx="0">
            <a:schemeClr val="accent4">
              <a:hueOff val="1221077"/>
              <a:satOff val="-46523"/>
              <a:lumOff val="23135"/>
              <a:alphaOff val="0"/>
            </a:schemeClr>
          </a:effectRef>
          <a:fontRef idx="minor">
            <a:schemeClr val="lt1"/>
          </a:fontRef>
        </p:style>
        <p:txBody>
          <a:bodyPr spcFirstLastPara="0" vert="horz" wrap="square" lIns="322883" tIns="163869" rIns="322883" bIns="163869" numCol="1" spcCol="1270" anchor="ctr" anchorCtr="0">
            <a:noAutofit/>
          </a:bodyPr>
          <a:lstStyle/>
          <a:p>
            <a:pPr lvl="0" algn="ctr" defTabSz="622300">
              <a:lnSpc>
                <a:spcPct val="90000"/>
              </a:lnSpc>
              <a:spcAft>
                <a:spcPct val="35000"/>
              </a:spcAft>
            </a:pPr>
            <a:r>
              <a:rPr lang="en-US" sz="1400" b="0" dirty="0"/>
              <a:t>Semi supervised Learning</a:t>
            </a:r>
          </a:p>
        </p:txBody>
      </p:sp>
      <p:sp>
        <p:nvSpPr>
          <p:cNvPr id="2" name="Title 1"/>
          <p:cNvSpPr>
            <a:spLocks noGrp="1"/>
          </p:cNvSpPr>
          <p:nvPr>
            <p:ph type="title"/>
          </p:nvPr>
        </p:nvSpPr>
        <p:spPr/>
        <p:txBody>
          <a:bodyPr/>
          <a:lstStyle/>
          <a:p>
            <a:r>
              <a:rPr lang="en-US" dirty="0"/>
              <a:t>Types of Machine Learning</a:t>
            </a:r>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11</a:t>
            </a:fld>
            <a:endParaRPr lang="de-DE" dirty="0"/>
          </a:p>
        </p:txBody>
      </p:sp>
      <p:graphicFrame>
        <p:nvGraphicFramePr>
          <p:cNvPr id="12" name="Diagram 11"/>
          <p:cNvGraphicFramePr/>
          <p:nvPr>
            <p:extLst>
              <p:ext uri="{D42A27DB-BD31-4B8C-83A1-F6EECF244321}">
                <p14:modId xmlns:p14="http://schemas.microsoft.com/office/powerpoint/2010/main" val="1058241041"/>
              </p:ext>
            </p:extLst>
          </p:nvPr>
        </p:nvGraphicFramePr>
        <p:xfrm>
          <a:off x="-2040904" y="800224"/>
          <a:ext cx="6096000" cy="51532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Content Placeholder 2"/>
          <p:cNvSpPr txBox="1">
            <a:spLocks/>
          </p:cNvSpPr>
          <p:nvPr/>
        </p:nvSpPr>
        <p:spPr bwMode="auto">
          <a:xfrm>
            <a:off x="609600" y="1600201"/>
            <a:ext cx="7498428" cy="29809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ts val="1200"/>
              </a:spcBef>
              <a:spcAft>
                <a:spcPct val="0"/>
              </a:spcAft>
              <a:buFont typeface="Wingdings" pitchFamily="2" charset="2"/>
              <a:buChar char="§"/>
              <a:defRPr sz="2000" b="0">
                <a:solidFill>
                  <a:srgbClr val="003366"/>
                </a:solidFill>
                <a:latin typeface="Calibri" pitchFamily="34" charset="0"/>
                <a:ea typeface="+mn-ea"/>
                <a:cs typeface="+mn-cs"/>
              </a:defRPr>
            </a:lvl1pPr>
            <a:lvl2pPr marL="742950" indent="-285750" algn="l" rtl="0" eaLnBrk="0" fontAlgn="base" hangingPunct="0">
              <a:spcBef>
                <a:spcPct val="20000"/>
              </a:spcBef>
              <a:spcAft>
                <a:spcPct val="0"/>
              </a:spcAft>
              <a:buChar char="–"/>
              <a:defRPr>
                <a:solidFill>
                  <a:srgbClr val="003366"/>
                </a:solidFill>
                <a:latin typeface="Calibri" pitchFamily="34" charset="0"/>
              </a:defRPr>
            </a:lvl2pPr>
            <a:lvl3pPr marL="1143000" indent="-228600" algn="l" rtl="0" eaLnBrk="0" fontAlgn="base" hangingPunct="0">
              <a:spcBef>
                <a:spcPct val="20000"/>
              </a:spcBef>
              <a:spcAft>
                <a:spcPct val="0"/>
              </a:spcAft>
              <a:buFont typeface="Wingdings" pitchFamily="2" charset="2"/>
              <a:buChar char="§"/>
              <a:defRPr sz="1700">
                <a:solidFill>
                  <a:srgbClr val="003366"/>
                </a:solidFill>
                <a:latin typeface="Calibri" pitchFamily="34" charset="0"/>
              </a:defRPr>
            </a:lvl3pPr>
            <a:lvl4pPr marL="1600200" indent="-228600" algn="l" rtl="0" eaLnBrk="0" fontAlgn="base" hangingPunct="0">
              <a:spcBef>
                <a:spcPct val="20000"/>
              </a:spcBef>
              <a:spcAft>
                <a:spcPct val="0"/>
              </a:spcAft>
              <a:buChar char="–"/>
              <a:defRPr sz="1700">
                <a:solidFill>
                  <a:srgbClr val="003366"/>
                </a:solidFill>
                <a:latin typeface="Calibri" pitchFamily="34" charset="0"/>
                <a:ea typeface="Times New Roman" pitchFamily="18" charset="0"/>
                <a:cs typeface="Helvetica" pitchFamily="34" charset="0"/>
              </a:defRPr>
            </a:lvl4pPr>
            <a:lvl5pPr marL="2057400" indent="-228600" algn="l" rtl="0" eaLnBrk="0" fontAlgn="base" hangingPunct="0">
              <a:spcBef>
                <a:spcPct val="20000"/>
              </a:spcBef>
              <a:spcAft>
                <a:spcPct val="0"/>
              </a:spcAft>
              <a:buChar char="»"/>
              <a:defRPr sz="1700">
                <a:solidFill>
                  <a:srgbClr val="003366"/>
                </a:solidFill>
                <a:latin typeface="Calibri" pitchFamily="34" charset="0"/>
                <a:ea typeface="Times New Roman" pitchFamily="18" charset="0"/>
                <a:cs typeface="Helvetica" pitchFamily="34" charset="0"/>
              </a:defRPr>
            </a:lvl5pPr>
            <a:lvl6pPr marL="2514600" indent="-228600" algn="l" rtl="0" fontAlgn="base">
              <a:spcBef>
                <a:spcPct val="20000"/>
              </a:spcBef>
              <a:spcAft>
                <a:spcPct val="0"/>
              </a:spcAft>
              <a:buChar char="»"/>
              <a:defRPr sz="1700">
                <a:solidFill>
                  <a:srgbClr val="003366"/>
                </a:solidFill>
                <a:latin typeface="+mn-lt"/>
                <a:ea typeface="Times New Roman" pitchFamily="18" charset="0"/>
                <a:cs typeface="Helvetica" pitchFamily="34" charset="0"/>
              </a:defRPr>
            </a:lvl6pPr>
            <a:lvl7pPr marL="2971800" indent="-228600" algn="l" rtl="0" fontAlgn="base">
              <a:spcBef>
                <a:spcPct val="20000"/>
              </a:spcBef>
              <a:spcAft>
                <a:spcPct val="0"/>
              </a:spcAft>
              <a:buChar char="»"/>
              <a:defRPr sz="1700">
                <a:solidFill>
                  <a:srgbClr val="003366"/>
                </a:solidFill>
                <a:latin typeface="+mn-lt"/>
                <a:ea typeface="Times New Roman" pitchFamily="18" charset="0"/>
                <a:cs typeface="Helvetica" pitchFamily="34" charset="0"/>
              </a:defRPr>
            </a:lvl7pPr>
            <a:lvl8pPr marL="3429000" indent="-228600" algn="l" rtl="0" fontAlgn="base">
              <a:spcBef>
                <a:spcPct val="20000"/>
              </a:spcBef>
              <a:spcAft>
                <a:spcPct val="0"/>
              </a:spcAft>
              <a:buChar char="»"/>
              <a:defRPr sz="1700">
                <a:solidFill>
                  <a:srgbClr val="003366"/>
                </a:solidFill>
                <a:latin typeface="+mn-lt"/>
                <a:ea typeface="Times New Roman" pitchFamily="18" charset="0"/>
                <a:cs typeface="Helvetica" pitchFamily="34" charset="0"/>
              </a:defRPr>
            </a:lvl8pPr>
            <a:lvl9pPr marL="3886200" indent="-228600" algn="l" rtl="0" fontAlgn="base">
              <a:spcBef>
                <a:spcPct val="20000"/>
              </a:spcBef>
              <a:spcAft>
                <a:spcPct val="0"/>
              </a:spcAft>
              <a:buChar char="»"/>
              <a:defRPr sz="1700">
                <a:solidFill>
                  <a:srgbClr val="003366"/>
                </a:solidFill>
                <a:latin typeface="+mn-lt"/>
                <a:ea typeface="Times New Roman" pitchFamily="18" charset="0"/>
                <a:cs typeface="Helvetica" pitchFamily="34" charset="0"/>
              </a:defRPr>
            </a:lvl9pPr>
          </a:lstStyle>
          <a:p>
            <a:r>
              <a:rPr lang="en-US" b="1" dirty="0"/>
              <a:t>Reinforcement learning </a:t>
            </a:r>
            <a:r>
              <a:rPr lang="en-US" dirty="0"/>
              <a:t>main task is to learn how to behave successfully to achieve a goal while interacting with an external environment.. (i.e. Learn via experience)</a:t>
            </a:r>
          </a:p>
          <a:p>
            <a:r>
              <a:rPr lang="en-US" b="1" dirty="0"/>
              <a:t>Reinforcement learning applications:</a:t>
            </a:r>
          </a:p>
          <a:p>
            <a:pPr lvl="1"/>
            <a:r>
              <a:rPr lang="en-US" b="0" kern="0" dirty="0"/>
              <a:t>AI games</a:t>
            </a:r>
          </a:p>
          <a:p>
            <a:pPr lvl="1"/>
            <a:r>
              <a:rPr lang="en-US" b="0" kern="0" dirty="0"/>
              <a:t>Real-time decisions: Supervised time series models can be used for predicting future sales as well as predicting stock prices.</a:t>
            </a:r>
          </a:p>
          <a:p>
            <a:pPr lvl="1"/>
            <a:r>
              <a:rPr lang="en-US" b="0" kern="0" dirty="0"/>
              <a:t>Robot navigation: self-driving cars</a:t>
            </a:r>
          </a:p>
          <a:p>
            <a:pPr lvl="1"/>
            <a:r>
              <a:rPr lang="en-US" b="0" dirty="0"/>
              <a:t> in NLP: can be used in text summarization, question answering, and machine translation</a:t>
            </a:r>
          </a:p>
        </p:txBody>
      </p:sp>
      <p:pic>
        <p:nvPicPr>
          <p:cNvPr id="6146" name="Picture 2" descr="Image result for reinforcement learni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9387" y="2106783"/>
            <a:ext cx="3968132" cy="2834380"/>
          </a:xfrm>
          <a:prstGeom prst="rect">
            <a:avLst/>
          </a:prstGeom>
          <a:noFill/>
          <a:extLst>
            <a:ext uri="{909E8E84-426E-40DD-AFC4-6F175D3DCCD1}">
              <a14:hiddenFill xmlns:a14="http://schemas.microsoft.com/office/drawing/2010/main">
                <a:solidFill>
                  <a:srgbClr val="FFFFFF"/>
                </a:solidFill>
              </a14:hiddenFill>
            </a:ext>
          </a:extLst>
        </p:spPr>
      </p:pic>
      <p:sp>
        <p:nvSpPr>
          <p:cNvPr id="27" name="Freeform 26"/>
          <p:cNvSpPr/>
          <p:nvPr/>
        </p:nvSpPr>
        <p:spPr>
          <a:xfrm>
            <a:off x="6744076" y="4941163"/>
            <a:ext cx="2260379" cy="971636"/>
          </a:xfrm>
          <a:custGeom>
            <a:avLst/>
            <a:gdLst>
              <a:gd name="connsiteX0" fmla="*/ 0 w 2260379"/>
              <a:gd name="connsiteY0" fmla="*/ 485818 h 971636"/>
              <a:gd name="connsiteX1" fmla="*/ 1130190 w 2260379"/>
              <a:gd name="connsiteY1" fmla="*/ 0 h 971636"/>
              <a:gd name="connsiteX2" fmla="*/ 2260380 w 2260379"/>
              <a:gd name="connsiteY2" fmla="*/ 485818 h 971636"/>
              <a:gd name="connsiteX3" fmla="*/ 1130190 w 2260379"/>
              <a:gd name="connsiteY3" fmla="*/ 971636 h 971636"/>
              <a:gd name="connsiteX4" fmla="*/ 0 w 2260379"/>
              <a:gd name="connsiteY4" fmla="*/ 485818 h 971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0379" h="971636">
                <a:moveTo>
                  <a:pt x="0" y="485818"/>
                </a:moveTo>
                <a:cubicBezTo>
                  <a:pt x="0" y="217508"/>
                  <a:pt x="506003" y="0"/>
                  <a:pt x="1130190" y="0"/>
                </a:cubicBezTo>
                <a:cubicBezTo>
                  <a:pt x="1754377" y="0"/>
                  <a:pt x="2260380" y="217508"/>
                  <a:pt x="2260380" y="485818"/>
                </a:cubicBezTo>
                <a:cubicBezTo>
                  <a:pt x="2260380" y="754128"/>
                  <a:pt x="1754377" y="971636"/>
                  <a:pt x="1130190" y="971636"/>
                </a:cubicBezTo>
                <a:cubicBezTo>
                  <a:pt x="506003" y="971636"/>
                  <a:pt x="0" y="754128"/>
                  <a:pt x="0" y="485818"/>
                </a:cubicBezTo>
                <a:close/>
              </a:path>
            </a:pathLst>
          </a:custGeom>
        </p:spPr>
        <p:style>
          <a:lnRef idx="2">
            <a:schemeClr val="lt1">
              <a:hueOff val="0"/>
              <a:satOff val="0"/>
              <a:lumOff val="0"/>
              <a:alphaOff val="0"/>
            </a:schemeClr>
          </a:lnRef>
          <a:fillRef idx="1">
            <a:schemeClr val="accent4">
              <a:hueOff val="814052"/>
              <a:satOff val="-31015"/>
              <a:lumOff val="15423"/>
              <a:alphaOff val="0"/>
            </a:schemeClr>
          </a:fillRef>
          <a:effectRef idx="0">
            <a:schemeClr val="accent4">
              <a:hueOff val="814052"/>
              <a:satOff val="-31015"/>
              <a:lumOff val="15423"/>
              <a:alphaOff val="0"/>
            </a:schemeClr>
          </a:effectRef>
          <a:fontRef idx="minor">
            <a:schemeClr val="lt1"/>
          </a:fontRef>
        </p:style>
        <p:txBody>
          <a:bodyPr spcFirstLastPara="0" vert="horz" wrap="square" lIns="348805" tIns="160073" rIns="348805" bIns="160073" numCol="1" spcCol="1270" anchor="ctr" anchorCtr="0">
            <a:noAutofit/>
          </a:bodyPr>
          <a:lstStyle/>
          <a:p>
            <a:pPr lvl="0" algn="ctr" defTabSz="622300">
              <a:lnSpc>
                <a:spcPct val="90000"/>
              </a:lnSpc>
              <a:spcBef>
                <a:spcPct val="0"/>
              </a:spcBef>
              <a:spcAft>
                <a:spcPct val="35000"/>
              </a:spcAft>
            </a:pPr>
            <a:r>
              <a:rPr lang="en-US" sz="1400" b="0" kern="1200" dirty="0"/>
              <a:t> Reinforcement Learning</a:t>
            </a:r>
          </a:p>
        </p:txBody>
      </p:sp>
      <p:graphicFrame>
        <p:nvGraphicFramePr>
          <p:cNvPr id="15" name="Diagram 14">
            <a:extLst>
              <a:ext uri="{FF2B5EF4-FFF2-40B4-BE49-F238E27FC236}">
                <a16:creationId xmlns:a16="http://schemas.microsoft.com/office/drawing/2014/main" id="{7BEC8973-92E6-41B0-AAE9-7498C393356E}"/>
              </a:ext>
            </a:extLst>
          </p:cNvPr>
          <p:cNvGraphicFramePr/>
          <p:nvPr>
            <p:extLst>
              <p:ext uri="{D42A27DB-BD31-4B8C-83A1-F6EECF244321}">
                <p14:modId xmlns:p14="http://schemas.microsoft.com/office/powerpoint/2010/main" val="4274828913"/>
              </p:ext>
            </p:extLst>
          </p:nvPr>
        </p:nvGraphicFramePr>
        <p:xfrm>
          <a:off x="7320136" y="800100"/>
          <a:ext cx="4608512" cy="507717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613965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21"/>
                                        </p:tgtEl>
                                      </p:cBhvr>
                                    </p:animEffect>
                                    <p:set>
                                      <p:cBhvr>
                                        <p:cTn id="10" dur="1" fill="hold">
                                          <p:stCondLst>
                                            <p:cond delay="499"/>
                                          </p:stCondLst>
                                        </p:cTn>
                                        <p:tgtEl>
                                          <p:spTgt spid="21"/>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22"/>
                                        </p:tgtEl>
                                      </p:cBhvr>
                                    </p:animEffect>
                                    <p:set>
                                      <p:cBhvr>
                                        <p:cTn id="13" dur="1" fill="hold">
                                          <p:stCondLst>
                                            <p:cond delay="499"/>
                                          </p:stCondLst>
                                        </p:cTn>
                                        <p:tgtEl>
                                          <p:spTgt spid="22"/>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28"/>
                                        </p:tgtEl>
                                      </p:cBhvr>
                                    </p:animEffect>
                                    <p:set>
                                      <p:cBhvr>
                                        <p:cTn id="16" dur="1" fill="hold">
                                          <p:stCondLst>
                                            <p:cond delay="499"/>
                                          </p:stCondLst>
                                        </p:cTn>
                                        <p:tgtEl>
                                          <p:spTgt spid="28"/>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29"/>
                                        </p:tgtEl>
                                      </p:cBhvr>
                                    </p:animEffect>
                                    <p:set>
                                      <p:cBhvr>
                                        <p:cTn id="19" dur="1" fill="hold">
                                          <p:stCondLst>
                                            <p:cond delay="499"/>
                                          </p:stCondLst>
                                        </p:cTn>
                                        <p:tgtEl>
                                          <p:spTgt spid="29"/>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26"/>
                                        </p:tgtEl>
                                      </p:cBhvr>
                                    </p:animEffect>
                                    <p:set>
                                      <p:cBhvr>
                                        <p:cTn id="22" dur="1" fill="hold">
                                          <p:stCondLst>
                                            <p:cond delay="499"/>
                                          </p:stCondLst>
                                        </p:cTn>
                                        <p:tgtEl>
                                          <p:spTgt spid="26"/>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24"/>
                                        </p:tgtEl>
                                      </p:cBhvr>
                                    </p:animEffect>
                                    <p:set>
                                      <p:cBhvr>
                                        <p:cTn id="25" dur="1" fill="hold">
                                          <p:stCondLst>
                                            <p:cond delay="499"/>
                                          </p:stCondLst>
                                        </p:cTn>
                                        <p:tgtEl>
                                          <p:spTgt spid="24"/>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15"/>
                                        </p:tgtEl>
                                      </p:cBhvr>
                                    </p:animEffect>
                                    <p:set>
                                      <p:cBhvr>
                                        <p:cTn id="28" dur="1" fill="hold">
                                          <p:stCondLst>
                                            <p:cond delay="499"/>
                                          </p:stCondLst>
                                        </p:cTn>
                                        <p:tgtEl>
                                          <p:spTgt spid="1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animEffect transition="in" filter="fade">
                                      <p:cBhvr>
                                        <p:cTn id="33" dur="500"/>
                                        <p:tgtEl>
                                          <p:spTgt spid="17">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6146"/>
                                        </p:tgtEl>
                                        <p:attrNameLst>
                                          <p:attrName>style.visibility</p:attrName>
                                        </p:attrNameLst>
                                      </p:cBhvr>
                                      <p:to>
                                        <p:strVal val="visible"/>
                                      </p:to>
                                    </p:set>
                                    <p:animEffect transition="in" filter="fade">
                                      <p:cBhvr>
                                        <p:cTn id="36" dur="500"/>
                                        <p:tgtEl>
                                          <p:spTgt spid="614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xEl>
                                              <p:pRg st="1" end="1"/>
                                            </p:txEl>
                                          </p:spTgt>
                                        </p:tgtEl>
                                        <p:attrNameLst>
                                          <p:attrName>style.visibility</p:attrName>
                                        </p:attrNameLst>
                                      </p:cBhvr>
                                      <p:to>
                                        <p:strVal val="visible"/>
                                      </p:to>
                                    </p:set>
                                    <p:animEffect transition="in" filter="fade">
                                      <p:cBhvr>
                                        <p:cTn id="41" dur="500"/>
                                        <p:tgtEl>
                                          <p:spTgt spid="17">
                                            <p:txEl>
                                              <p:pRg st="1" end="1"/>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xEl>
                                              <p:pRg st="2" end="2"/>
                                            </p:txEl>
                                          </p:spTgt>
                                        </p:tgtEl>
                                        <p:attrNameLst>
                                          <p:attrName>style.visibility</p:attrName>
                                        </p:attrNameLst>
                                      </p:cBhvr>
                                      <p:to>
                                        <p:strVal val="visible"/>
                                      </p:to>
                                    </p:set>
                                    <p:animEffect transition="in" filter="fade">
                                      <p:cBhvr>
                                        <p:cTn id="44" dur="500"/>
                                        <p:tgtEl>
                                          <p:spTgt spid="17">
                                            <p:txEl>
                                              <p:pRg st="2" end="2"/>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xEl>
                                              <p:pRg st="3" end="3"/>
                                            </p:txEl>
                                          </p:spTgt>
                                        </p:tgtEl>
                                        <p:attrNameLst>
                                          <p:attrName>style.visibility</p:attrName>
                                        </p:attrNameLst>
                                      </p:cBhvr>
                                      <p:to>
                                        <p:strVal val="visible"/>
                                      </p:to>
                                    </p:set>
                                    <p:animEffect transition="in" filter="fade">
                                      <p:cBhvr>
                                        <p:cTn id="47" dur="500"/>
                                        <p:tgtEl>
                                          <p:spTgt spid="17">
                                            <p:txEl>
                                              <p:pRg st="3" end="3"/>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xEl>
                                              <p:pRg st="4" end="4"/>
                                            </p:txEl>
                                          </p:spTgt>
                                        </p:tgtEl>
                                        <p:attrNameLst>
                                          <p:attrName>style.visibility</p:attrName>
                                        </p:attrNameLst>
                                      </p:cBhvr>
                                      <p:to>
                                        <p:strVal val="visible"/>
                                      </p:to>
                                    </p:set>
                                    <p:animEffect transition="in" filter="fade">
                                      <p:cBhvr>
                                        <p:cTn id="50" dur="500"/>
                                        <p:tgtEl>
                                          <p:spTgt spid="17">
                                            <p:txEl>
                                              <p:pRg st="4" end="4"/>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xEl>
                                              <p:pRg st="5" end="5"/>
                                            </p:txEl>
                                          </p:spTgt>
                                        </p:tgtEl>
                                        <p:attrNameLst>
                                          <p:attrName>style.visibility</p:attrName>
                                        </p:attrNameLst>
                                      </p:cBhvr>
                                      <p:to>
                                        <p:strVal val="visible"/>
                                      </p:to>
                                    </p:set>
                                    <p:animEffect transition="in" filter="fade">
                                      <p:cBhvr>
                                        <p:cTn id="53" dur="500"/>
                                        <p:tgtEl>
                                          <p:spTgt spid="1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6" grpId="0" animBg="1"/>
      <p:bldP spid="28" grpId="0" animBg="1"/>
      <p:bldP spid="29" grpId="0" animBg="1"/>
      <p:bldGraphic spid="12" grpId="0">
        <p:bldAsOne/>
      </p:bldGraphic>
      <p:bldP spid="17" grpId="0" uiExpand="1" build="p"/>
      <p:bldGraphic spid="15"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Diagram 17">
            <a:extLst>
              <a:ext uri="{FF2B5EF4-FFF2-40B4-BE49-F238E27FC236}">
                <a16:creationId xmlns:a16="http://schemas.microsoft.com/office/drawing/2014/main" id="{D0504341-4722-4606-B8F8-65305C616B70}"/>
              </a:ext>
            </a:extLst>
          </p:cNvPr>
          <p:cNvGraphicFramePr/>
          <p:nvPr>
            <p:extLst>
              <p:ext uri="{D42A27DB-BD31-4B8C-83A1-F6EECF244321}">
                <p14:modId xmlns:p14="http://schemas.microsoft.com/office/powerpoint/2010/main" val="2907146413"/>
              </p:ext>
            </p:extLst>
          </p:nvPr>
        </p:nvGraphicFramePr>
        <p:xfrm>
          <a:off x="7320136" y="800100"/>
          <a:ext cx="4608512" cy="5077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Freeform 20"/>
          <p:cNvSpPr/>
          <p:nvPr/>
        </p:nvSpPr>
        <p:spPr>
          <a:xfrm>
            <a:off x="4939630" y="2204863"/>
            <a:ext cx="2312724" cy="2026260"/>
          </a:xfrm>
          <a:custGeom>
            <a:avLst/>
            <a:gdLst>
              <a:gd name="connsiteX0" fmla="*/ 0 w 2312724"/>
              <a:gd name="connsiteY0" fmla="*/ 1013130 h 2026260"/>
              <a:gd name="connsiteX1" fmla="*/ 1156362 w 2312724"/>
              <a:gd name="connsiteY1" fmla="*/ 0 h 2026260"/>
              <a:gd name="connsiteX2" fmla="*/ 2312724 w 2312724"/>
              <a:gd name="connsiteY2" fmla="*/ 1013130 h 2026260"/>
              <a:gd name="connsiteX3" fmla="*/ 1156362 w 2312724"/>
              <a:gd name="connsiteY3" fmla="*/ 2026260 h 2026260"/>
              <a:gd name="connsiteX4" fmla="*/ 0 w 2312724"/>
              <a:gd name="connsiteY4" fmla="*/ 1013130 h 2026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2724" h="2026260">
                <a:moveTo>
                  <a:pt x="0" y="1013130"/>
                </a:moveTo>
                <a:cubicBezTo>
                  <a:pt x="0" y="453594"/>
                  <a:pt x="517721" y="0"/>
                  <a:pt x="1156362" y="0"/>
                </a:cubicBezTo>
                <a:cubicBezTo>
                  <a:pt x="1795003" y="0"/>
                  <a:pt x="2312724" y="453594"/>
                  <a:pt x="2312724" y="1013130"/>
                </a:cubicBezTo>
                <a:cubicBezTo>
                  <a:pt x="2312724" y="1572666"/>
                  <a:pt x="1795003" y="2026260"/>
                  <a:pt x="1156362" y="2026260"/>
                </a:cubicBezTo>
                <a:cubicBezTo>
                  <a:pt x="517721" y="2026260"/>
                  <a:pt x="0" y="1572666"/>
                  <a:pt x="0" y="1013130"/>
                </a:cubicBez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72981" tIns="331029" rIns="372981" bIns="331029" numCol="1" spcCol="1270" anchor="ctr" anchorCtr="0">
            <a:noAutofit/>
          </a:bodyPr>
          <a:lstStyle/>
          <a:p>
            <a:pPr lvl="0" algn="ctr" defTabSz="1200150">
              <a:lnSpc>
                <a:spcPct val="90000"/>
              </a:lnSpc>
              <a:spcBef>
                <a:spcPct val="0"/>
              </a:spcBef>
              <a:spcAft>
                <a:spcPct val="35000"/>
              </a:spcAft>
            </a:pPr>
            <a:r>
              <a:rPr lang="en-US" sz="2700" b="0" kern="1200" dirty="0"/>
              <a:t>Machine Learning</a:t>
            </a:r>
          </a:p>
        </p:txBody>
      </p:sp>
      <p:sp>
        <p:nvSpPr>
          <p:cNvPr id="22" name="Freeform 21"/>
          <p:cNvSpPr/>
          <p:nvPr/>
        </p:nvSpPr>
        <p:spPr>
          <a:xfrm rot="975934">
            <a:off x="3957734" y="2502098"/>
            <a:ext cx="755283" cy="404407"/>
          </a:xfrm>
          <a:custGeom>
            <a:avLst/>
            <a:gdLst>
              <a:gd name="connsiteX0" fmla="*/ 0 w 755283"/>
              <a:gd name="connsiteY0" fmla="*/ 80881 h 404407"/>
              <a:gd name="connsiteX1" fmla="*/ 553080 w 755283"/>
              <a:gd name="connsiteY1" fmla="*/ 80881 h 404407"/>
              <a:gd name="connsiteX2" fmla="*/ 553080 w 755283"/>
              <a:gd name="connsiteY2" fmla="*/ 0 h 404407"/>
              <a:gd name="connsiteX3" fmla="*/ 755283 w 755283"/>
              <a:gd name="connsiteY3" fmla="*/ 202204 h 404407"/>
              <a:gd name="connsiteX4" fmla="*/ 553080 w 755283"/>
              <a:gd name="connsiteY4" fmla="*/ 404407 h 404407"/>
              <a:gd name="connsiteX5" fmla="*/ 553080 w 755283"/>
              <a:gd name="connsiteY5" fmla="*/ 323526 h 404407"/>
              <a:gd name="connsiteX6" fmla="*/ 0 w 755283"/>
              <a:gd name="connsiteY6" fmla="*/ 323526 h 404407"/>
              <a:gd name="connsiteX7" fmla="*/ 0 w 755283"/>
              <a:gd name="connsiteY7" fmla="*/ 80881 h 40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283" h="404407">
                <a:moveTo>
                  <a:pt x="755283" y="323525"/>
                </a:moveTo>
                <a:lnTo>
                  <a:pt x="202203" y="323525"/>
                </a:lnTo>
                <a:lnTo>
                  <a:pt x="202203" y="404406"/>
                </a:lnTo>
                <a:lnTo>
                  <a:pt x="0" y="202203"/>
                </a:lnTo>
                <a:lnTo>
                  <a:pt x="202203" y="1"/>
                </a:lnTo>
                <a:lnTo>
                  <a:pt x="202203" y="80882"/>
                </a:lnTo>
                <a:lnTo>
                  <a:pt x="755283" y="80882"/>
                </a:lnTo>
                <a:lnTo>
                  <a:pt x="755283" y="323525"/>
                </a:lnTo>
                <a:close/>
              </a:path>
            </a:pathLst>
          </a:cu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21322" tIns="80881" rIns="-1" bIns="80880" numCol="1" spcCol="1270" anchor="ctr" anchorCtr="0">
            <a:noAutofit/>
          </a:bodyPr>
          <a:lstStyle/>
          <a:p>
            <a:pPr lvl="0" algn="ctr" defTabSz="755650">
              <a:lnSpc>
                <a:spcPct val="90000"/>
              </a:lnSpc>
              <a:spcBef>
                <a:spcPct val="0"/>
              </a:spcBef>
              <a:spcAft>
                <a:spcPct val="35000"/>
              </a:spcAft>
            </a:pPr>
            <a:endParaRPr lang="en-US" sz="1700" b="0" kern="1200"/>
          </a:p>
        </p:txBody>
      </p:sp>
      <p:sp>
        <p:nvSpPr>
          <p:cNvPr id="24" name="Freeform 23"/>
          <p:cNvSpPr/>
          <p:nvPr/>
        </p:nvSpPr>
        <p:spPr>
          <a:xfrm rot="20458551">
            <a:off x="7409490" y="2450770"/>
            <a:ext cx="650388" cy="404407"/>
          </a:xfrm>
          <a:custGeom>
            <a:avLst/>
            <a:gdLst>
              <a:gd name="connsiteX0" fmla="*/ 0 w 650388"/>
              <a:gd name="connsiteY0" fmla="*/ 80881 h 404407"/>
              <a:gd name="connsiteX1" fmla="*/ 448185 w 650388"/>
              <a:gd name="connsiteY1" fmla="*/ 80881 h 404407"/>
              <a:gd name="connsiteX2" fmla="*/ 448185 w 650388"/>
              <a:gd name="connsiteY2" fmla="*/ 0 h 404407"/>
              <a:gd name="connsiteX3" fmla="*/ 650388 w 650388"/>
              <a:gd name="connsiteY3" fmla="*/ 202204 h 404407"/>
              <a:gd name="connsiteX4" fmla="*/ 448185 w 650388"/>
              <a:gd name="connsiteY4" fmla="*/ 404407 h 404407"/>
              <a:gd name="connsiteX5" fmla="*/ 448185 w 650388"/>
              <a:gd name="connsiteY5" fmla="*/ 323526 h 404407"/>
              <a:gd name="connsiteX6" fmla="*/ 0 w 650388"/>
              <a:gd name="connsiteY6" fmla="*/ 323526 h 404407"/>
              <a:gd name="connsiteX7" fmla="*/ 0 w 650388"/>
              <a:gd name="connsiteY7" fmla="*/ 80881 h 40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388" h="404407">
                <a:moveTo>
                  <a:pt x="0" y="80881"/>
                </a:moveTo>
                <a:lnTo>
                  <a:pt x="448185" y="80881"/>
                </a:lnTo>
                <a:lnTo>
                  <a:pt x="448185" y="0"/>
                </a:lnTo>
                <a:lnTo>
                  <a:pt x="650388" y="202204"/>
                </a:lnTo>
                <a:lnTo>
                  <a:pt x="448185" y="404407"/>
                </a:lnTo>
                <a:lnTo>
                  <a:pt x="448185" y="323526"/>
                </a:lnTo>
                <a:lnTo>
                  <a:pt x="0" y="323526"/>
                </a:lnTo>
                <a:lnTo>
                  <a:pt x="0" y="80881"/>
                </a:lnTo>
                <a:close/>
              </a:path>
            </a:pathLst>
          </a:custGeom>
        </p:spPr>
        <p:style>
          <a:lnRef idx="0">
            <a:schemeClr val="lt1">
              <a:hueOff val="0"/>
              <a:satOff val="0"/>
              <a:lumOff val="0"/>
              <a:alphaOff val="0"/>
            </a:schemeClr>
          </a:lnRef>
          <a:fillRef idx="1">
            <a:schemeClr val="accent4">
              <a:hueOff val="407026"/>
              <a:satOff val="-15508"/>
              <a:lumOff val="7712"/>
              <a:alphaOff val="0"/>
            </a:schemeClr>
          </a:fillRef>
          <a:effectRef idx="0">
            <a:schemeClr val="accent4">
              <a:hueOff val="407026"/>
              <a:satOff val="-15508"/>
              <a:lumOff val="7712"/>
              <a:alphaOff val="0"/>
            </a:schemeClr>
          </a:effectRef>
          <a:fontRef idx="minor">
            <a:schemeClr val="lt1"/>
          </a:fontRef>
        </p:style>
        <p:txBody>
          <a:bodyPr spcFirstLastPara="0" vert="horz" wrap="square" lIns="-1" tIns="80880" rIns="121322" bIns="80881" numCol="1" spcCol="1270" anchor="ctr" anchorCtr="0">
            <a:noAutofit/>
          </a:bodyPr>
          <a:lstStyle/>
          <a:p>
            <a:pPr lvl="0" algn="ctr" defTabSz="755650">
              <a:lnSpc>
                <a:spcPct val="90000"/>
              </a:lnSpc>
              <a:spcBef>
                <a:spcPct val="0"/>
              </a:spcBef>
              <a:spcAft>
                <a:spcPct val="35000"/>
              </a:spcAft>
            </a:pPr>
            <a:endParaRPr lang="en-US" sz="1700" b="0" kern="1200"/>
          </a:p>
        </p:txBody>
      </p:sp>
      <p:sp>
        <p:nvSpPr>
          <p:cNvPr id="26" name="Freeform 25"/>
          <p:cNvSpPr/>
          <p:nvPr/>
        </p:nvSpPr>
        <p:spPr>
          <a:xfrm rot="3069919">
            <a:off x="6808797" y="4290861"/>
            <a:ext cx="627297" cy="404407"/>
          </a:xfrm>
          <a:custGeom>
            <a:avLst/>
            <a:gdLst>
              <a:gd name="connsiteX0" fmla="*/ 0 w 627297"/>
              <a:gd name="connsiteY0" fmla="*/ 80881 h 404407"/>
              <a:gd name="connsiteX1" fmla="*/ 425094 w 627297"/>
              <a:gd name="connsiteY1" fmla="*/ 80881 h 404407"/>
              <a:gd name="connsiteX2" fmla="*/ 425094 w 627297"/>
              <a:gd name="connsiteY2" fmla="*/ 0 h 404407"/>
              <a:gd name="connsiteX3" fmla="*/ 627297 w 627297"/>
              <a:gd name="connsiteY3" fmla="*/ 202204 h 404407"/>
              <a:gd name="connsiteX4" fmla="*/ 425094 w 627297"/>
              <a:gd name="connsiteY4" fmla="*/ 404407 h 404407"/>
              <a:gd name="connsiteX5" fmla="*/ 425094 w 627297"/>
              <a:gd name="connsiteY5" fmla="*/ 323526 h 404407"/>
              <a:gd name="connsiteX6" fmla="*/ 0 w 627297"/>
              <a:gd name="connsiteY6" fmla="*/ 323526 h 404407"/>
              <a:gd name="connsiteX7" fmla="*/ 0 w 627297"/>
              <a:gd name="connsiteY7" fmla="*/ 80881 h 40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7" h="404407">
                <a:moveTo>
                  <a:pt x="0" y="80881"/>
                </a:moveTo>
                <a:lnTo>
                  <a:pt x="425094" y="80881"/>
                </a:lnTo>
                <a:lnTo>
                  <a:pt x="425094" y="0"/>
                </a:lnTo>
                <a:lnTo>
                  <a:pt x="627297" y="202204"/>
                </a:lnTo>
                <a:lnTo>
                  <a:pt x="425094" y="404407"/>
                </a:lnTo>
                <a:lnTo>
                  <a:pt x="425094" y="323526"/>
                </a:lnTo>
                <a:lnTo>
                  <a:pt x="0" y="323526"/>
                </a:lnTo>
                <a:lnTo>
                  <a:pt x="0" y="80881"/>
                </a:lnTo>
                <a:close/>
              </a:path>
            </a:pathLst>
          </a:custGeom>
        </p:spPr>
        <p:style>
          <a:lnRef idx="0">
            <a:schemeClr val="lt1">
              <a:hueOff val="0"/>
              <a:satOff val="0"/>
              <a:lumOff val="0"/>
              <a:alphaOff val="0"/>
            </a:schemeClr>
          </a:lnRef>
          <a:fillRef idx="1">
            <a:schemeClr val="accent4">
              <a:hueOff val="814052"/>
              <a:satOff val="-31015"/>
              <a:lumOff val="15423"/>
              <a:alphaOff val="0"/>
            </a:schemeClr>
          </a:fillRef>
          <a:effectRef idx="0">
            <a:schemeClr val="accent4">
              <a:hueOff val="814052"/>
              <a:satOff val="-31015"/>
              <a:lumOff val="15423"/>
              <a:alphaOff val="0"/>
            </a:schemeClr>
          </a:effectRef>
          <a:fontRef idx="minor">
            <a:schemeClr val="lt1"/>
          </a:fontRef>
        </p:style>
        <p:txBody>
          <a:bodyPr spcFirstLastPara="0" vert="horz" wrap="square" lIns="0" tIns="80880" rIns="121321" bIns="80881" numCol="1" spcCol="1270" anchor="ctr" anchorCtr="0">
            <a:noAutofit/>
          </a:bodyPr>
          <a:lstStyle/>
          <a:p>
            <a:pPr lvl="0" algn="ctr" defTabSz="755650">
              <a:lnSpc>
                <a:spcPct val="90000"/>
              </a:lnSpc>
              <a:spcBef>
                <a:spcPct val="0"/>
              </a:spcBef>
              <a:spcAft>
                <a:spcPct val="35000"/>
              </a:spcAft>
            </a:pPr>
            <a:endParaRPr lang="en-US" sz="1700" b="0" kern="1200"/>
          </a:p>
        </p:txBody>
      </p:sp>
      <p:sp>
        <p:nvSpPr>
          <p:cNvPr id="28" name="Freeform 27"/>
          <p:cNvSpPr/>
          <p:nvPr/>
        </p:nvSpPr>
        <p:spPr>
          <a:xfrm rot="18368350">
            <a:off x="4860257" y="4304588"/>
            <a:ext cx="589151" cy="404408"/>
          </a:xfrm>
          <a:custGeom>
            <a:avLst/>
            <a:gdLst>
              <a:gd name="connsiteX0" fmla="*/ 0 w 589151"/>
              <a:gd name="connsiteY0" fmla="*/ 80881 h 404407"/>
              <a:gd name="connsiteX1" fmla="*/ 386948 w 589151"/>
              <a:gd name="connsiteY1" fmla="*/ 80881 h 404407"/>
              <a:gd name="connsiteX2" fmla="*/ 386948 w 589151"/>
              <a:gd name="connsiteY2" fmla="*/ 0 h 404407"/>
              <a:gd name="connsiteX3" fmla="*/ 589151 w 589151"/>
              <a:gd name="connsiteY3" fmla="*/ 202204 h 404407"/>
              <a:gd name="connsiteX4" fmla="*/ 386948 w 589151"/>
              <a:gd name="connsiteY4" fmla="*/ 404407 h 404407"/>
              <a:gd name="connsiteX5" fmla="*/ 386948 w 589151"/>
              <a:gd name="connsiteY5" fmla="*/ 323526 h 404407"/>
              <a:gd name="connsiteX6" fmla="*/ 0 w 589151"/>
              <a:gd name="connsiteY6" fmla="*/ 323526 h 404407"/>
              <a:gd name="connsiteX7" fmla="*/ 0 w 589151"/>
              <a:gd name="connsiteY7" fmla="*/ 80881 h 40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9151" h="404407">
                <a:moveTo>
                  <a:pt x="589151" y="323526"/>
                </a:moveTo>
                <a:lnTo>
                  <a:pt x="202203" y="323526"/>
                </a:lnTo>
                <a:lnTo>
                  <a:pt x="202203" y="404407"/>
                </a:lnTo>
                <a:lnTo>
                  <a:pt x="0" y="202203"/>
                </a:lnTo>
                <a:lnTo>
                  <a:pt x="202203" y="0"/>
                </a:lnTo>
                <a:lnTo>
                  <a:pt x="202203" y="80881"/>
                </a:lnTo>
                <a:lnTo>
                  <a:pt x="589151" y="80881"/>
                </a:lnTo>
                <a:lnTo>
                  <a:pt x="589151" y="323526"/>
                </a:lnTo>
                <a:close/>
              </a:path>
            </a:pathLst>
          </a:custGeom>
        </p:spPr>
        <p:style>
          <a:lnRef idx="0">
            <a:schemeClr val="lt1">
              <a:hueOff val="0"/>
              <a:satOff val="0"/>
              <a:lumOff val="0"/>
              <a:alphaOff val="0"/>
            </a:schemeClr>
          </a:lnRef>
          <a:fillRef idx="1">
            <a:schemeClr val="accent4">
              <a:hueOff val="1221077"/>
              <a:satOff val="-46523"/>
              <a:lumOff val="23135"/>
              <a:alphaOff val="0"/>
            </a:schemeClr>
          </a:fillRef>
          <a:effectRef idx="0">
            <a:schemeClr val="accent4">
              <a:hueOff val="1221077"/>
              <a:satOff val="-46523"/>
              <a:lumOff val="23135"/>
              <a:alphaOff val="0"/>
            </a:schemeClr>
          </a:effectRef>
          <a:fontRef idx="minor">
            <a:schemeClr val="lt1"/>
          </a:fontRef>
        </p:style>
        <p:txBody>
          <a:bodyPr spcFirstLastPara="0" vert="horz" wrap="square" lIns="121321" tIns="80882" rIns="0" bIns="80880" numCol="1" spcCol="1270" anchor="ctr" anchorCtr="0">
            <a:noAutofit/>
          </a:bodyPr>
          <a:lstStyle/>
          <a:p>
            <a:pPr lvl="0" algn="ctr" defTabSz="755650">
              <a:lnSpc>
                <a:spcPct val="90000"/>
              </a:lnSpc>
              <a:spcBef>
                <a:spcPct val="0"/>
              </a:spcBef>
              <a:spcAft>
                <a:spcPct val="35000"/>
              </a:spcAft>
            </a:pPr>
            <a:endParaRPr lang="en-US" sz="1700" b="0" kern="1200"/>
          </a:p>
        </p:txBody>
      </p:sp>
      <p:sp>
        <p:nvSpPr>
          <p:cNvPr id="29" name="Freeform 28"/>
          <p:cNvSpPr/>
          <p:nvPr/>
        </p:nvSpPr>
        <p:spPr>
          <a:xfrm>
            <a:off x="3431702" y="4941166"/>
            <a:ext cx="2083376" cy="997555"/>
          </a:xfrm>
          <a:custGeom>
            <a:avLst/>
            <a:gdLst>
              <a:gd name="connsiteX0" fmla="*/ 0 w 2083376"/>
              <a:gd name="connsiteY0" fmla="*/ 498778 h 997555"/>
              <a:gd name="connsiteX1" fmla="*/ 1041688 w 2083376"/>
              <a:gd name="connsiteY1" fmla="*/ 0 h 997555"/>
              <a:gd name="connsiteX2" fmla="*/ 2083376 w 2083376"/>
              <a:gd name="connsiteY2" fmla="*/ 498778 h 997555"/>
              <a:gd name="connsiteX3" fmla="*/ 1041688 w 2083376"/>
              <a:gd name="connsiteY3" fmla="*/ 997556 h 997555"/>
              <a:gd name="connsiteX4" fmla="*/ 0 w 2083376"/>
              <a:gd name="connsiteY4" fmla="*/ 498778 h 99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376" h="997555">
                <a:moveTo>
                  <a:pt x="0" y="498778"/>
                </a:moveTo>
                <a:cubicBezTo>
                  <a:pt x="0" y="223311"/>
                  <a:pt x="466380" y="0"/>
                  <a:pt x="1041688" y="0"/>
                </a:cubicBezTo>
                <a:cubicBezTo>
                  <a:pt x="1616996" y="0"/>
                  <a:pt x="2083376" y="223311"/>
                  <a:pt x="2083376" y="498778"/>
                </a:cubicBezTo>
                <a:cubicBezTo>
                  <a:pt x="2083376" y="774245"/>
                  <a:pt x="1616996" y="997556"/>
                  <a:pt x="1041688" y="997556"/>
                </a:cubicBezTo>
                <a:cubicBezTo>
                  <a:pt x="466380" y="997556"/>
                  <a:pt x="0" y="774245"/>
                  <a:pt x="0" y="498778"/>
                </a:cubicBezTo>
                <a:close/>
              </a:path>
            </a:pathLst>
          </a:custGeom>
        </p:spPr>
        <p:style>
          <a:lnRef idx="2">
            <a:schemeClr val="lt1">
              <a:hueOff val="0"/>
              <a:satOff val="0"/>
              <a:lumOff val="0"/>
              <a:alphaOff val="0"/>
            </a:schemeClr>
          </a:lnRef>
          <a:fillRef idx="1">
            <a:schemeClr val="accent4">
              <a:hueOff val="1221077"/>
              <a:satOff val="-46523"/>
              <a:lumOff val="23135"/>
              <a:alphaOff val="0"/>
            </a:schemeClr>
          </a:fillRef>
          <a:effectRef idx="0">
            <a:schemeClr val="accent4">
              <a:hueOff val="1221077"/>
              <a:satOff val="-46523"/>
              <a:lumOff val="23135"/>
              <a:alphaOff val="0"/>
            </a:schemeClr>
          </a:effectRef>
          <a:fontRef idx="minor">
            <a:schemeClr val="lt1"/>
          </a:fontRef>
        </p:style>
        <p:txBody>
          <a:bodyPr spcFirstLastPara="0" vert="horz" wrap="square" lIns="322883" tIns="163869" rIns="322883" bIns="163869" numCol="1" spcCol="1270" anchor="ctr" anchorCtr="0">
            <a:noAutofit/>
          </a:bodyPr>
          <a:lstStyle/>
          <a:p>
            <a:pPr lvl="0" algn="ctr" defTabSz="622300">
              <a:lnSpc>
                <a:spcPct val="90000"/>
              </a:lnSpc>
              <a:spcAft>
                <a:spcPct val="35000"/>
              </a:spcAft>
            </a:pPr>
            <a:r>
              <a:rPr lang="en-US" sz="1400" b="0" dirty="0"/>
              <a:t>Semi supervised Learning</a:t>
            </a:r>
          </a:p>
        </p:txBody>
      </p:sp>
      <p:sp>
        <p:nvSpPr>
          <p:cNvPr id="2" name="Title 1"/>
          <p:cNvSpPr>
            <a:spLocks noGrp="1"/>
          </p:cNvSpPr>
          <p:nvPr>
            <p:ph type="title"/>
          </p:nvPr>
        </p:nvSpPr>
        <p:spPr/>
        <p:txBody>
          <a:bodyPr/>
          <a:lstStyle/>
          <a:p>
            <a:r>
              <a:rPr lang="en-US"/>
              <a:t>Types of Machine Learning</a:t>
            </a:r>
            <a:endParaRPr lang="en-US" dirty="0"/>
          </a:p>
        </p:txBody>
      </p:sp>
      <p:sp>
        <p:nvSpPr>
          <p:cNvPr id="6" name="Slide Number Placeholder 5"/>
          <p:cNvSpPr>
            <a:spLocks noGrp="1"/>
          </p:cNvSpPr>
          <p:nvPr>
            <p:ph type="sldNum" sz="quarter" idx="12"/>
          </p:nvPr>
        </p:nvSpPr>
        <p:spPr/>
        <p:txBody>
          <a:bodyPr/>
          <a:lstStyle/>
          <a:p>
            <a:fld id="{BBD004AC-48FD-42AD-B4D1-61F927313C22}" type="slidenum">
              <a:rPr lang="de-DE" smtClean="0"/>
              <a:pPr/>
              <a:t>12</a:t>
            </a:fld>
            <a:endParaRPr lang="de-DE" dirty="0"/>
          </a:p>
        </p:txBody>
      </p:sp>
      <p:graphicFrame>
        <p:nvGraphicFramePr>
          <p:cNvPr id="12" name="Diagram 11"/>
          <p:cNvGraphicFramePr/>
          <p:nvPr/>
        </p:nvGraphicFramePr>
        <p:xfrm>
          <a:off x="-2040904" y="800224"/>
          <a:ext cx="6096000" cy="515324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7" name="Freeform 26"/>
          <p:cNvSpPr/>
          <p:nvPr/>
        </p:nvSpPr>
        <p:spPr>
          <a:xfrm>
            <a:off x="6744076" y="4941163"/>
            <a:ext cx="2260379" cy="971636"/>
          </a:xfrm>
          <a:custGeom>
            <a:avLst/>
            <a:gdLst>
              <a:gd name="connsiteX0" fmla="*/ 0 w 2260379"/>
              <a:gd name="connsiteY0" fmla="*/ 485818 h 971636"/>
              <a:gd name="connsiteX1" fmla="*/ 1130190 w 2260379"/>
              <a:gd name="connsiteY1" fmla="*/ 0 h 971636"/>
              <a:gd name="connsiteX2" fmla="*/ 2260380 w 2260379"/>
              <a:gd name="connsiteY2" fmla="*/ 485818 h 971636"/>
              <a:gd name="connsiteX3" fmla="*/ 1130190 w 2260379"/>
              <a:gd name="connsiteY3" fmla="*/ 971636 h 971636"/>
              <a:gd name="connsiteX4" fmla="*/ 0 w 2260379"/>
              <a:gd name="connsiteY4" fmla="*/ 485818 h 971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0379" h="971636">
                <a:moveTo>
                  <a:pt x="0" y="485818"/>
                </a:moveTo>
                <a:cubicBezTo>
                  <a:pt x="0" y="217508"/>
                  <a:pt x="506003" y="0"/>
                  <a:pt x="1130190" y="0"/>
                </a:cubicBezTo>
                <a:cubicBezTo>
                  <a:pt x="1754377" y="0"/>
                  <a:pt x="2260380" y="217508"/>
                  <a:pt x="2260380" y="485818"/>
                </a:cubicBezTo>
                <a:cubicBezTo>
                  <a:pt x="2260380" y="754128"/>
                  <a:pt x="1754377" y="971636"/>
                  <a:pt x="1130190" y="971636"/>
                </a:cubicBezTo>
                <a:cubicBezTo>
                  <a:pt x="506003" y="971636"/>
                  <a:pt x="0" y="754128"/>
                  <a:pt x="0" y="485818"/>
                </a:cubicBezTo>
                <a:close/>
              </a:path>
            </a:pathLst>
          </a:custGeom>
        </p:spPr>
        <p:style>
          <a:lnRef idx="2">
            <a:schemeClr val="lt1">
              <a:hueOff val="0"/>
              <a:satOff val="0"/>
              <a:lumOff val="0"/>
              <a:alphaOff val="0"/>
            </a:schemeClr>
          </a:lnRef>
          <a:fillRef idx="1">
            <a:schemeClr val="accent4">
              <a:hueOff val="814052"/>
              <a:satOff val="-31015"/>
              <a:lumOff val="15423"/>
              <a:alphaOff val="0"/>
            </a:schemeClr>
          </a:fillRef>
          <a:effectRef idx="0">
            <a:schemeClr val="accent4">
              <a:hueOff val="814052"/>
              <a:satOff val="-31015"/>
              <a:lumOff val="15423"/>
              <a:alphaOff val="0"/>
            </a:schemeClr>
          </a:effectRef>
          <a:fontRef idx="minor">
            <a:schemeClr val="lt1"/>
          </a:fontRef>
        </p:style>
        <p:txBody>
          <a:bodyPr spcFirstLastPara="0" vert="horz" wrap="square" lIns="348805" tIns="160073" rIns="348805" bIns="160073" numCol="1" spcCol="1270" anchor="ctr" anchorCtr="0">
            <a:noAutofit/>
          </a:bodyPr>
          <a:lstStyle/>
          <a:p>
            <a:pPr lvl="0" algn="ctr" defTabSz="622300">
              <a:lnSpc>
                <a:spcPct val="90000"/>
              </a:lnSpc>
              <a:spcBef>
                <a:spcPct val="0"/>
              </a:spcBef>
              <a:spcAft>
                <a:spcPct val="35000"/>
              </a:spcAft>
            </a:pPr>
            <a:r>
              <a:rPr lang="en-US" sz="1400" b="0" kern="1200" dirty="0"/>
              <a:t> Reinforcement Learning</a:t>
            </a:r>
          </a:p>
        </p:txBody>
      </p:sp>
      <p:sp>
        <p:nvSpPr>
          <p:cNvPr id="10" name="Content Placeholder 9"/>
          <p:cNvSpPr>
            <a:spLocks noGrp="1"/>
          </p:cNvSpPr>
          <p:nvPr>
            <p:ph idx="1"/>
          </p:nvPr>
        </p:nvSpPr>
        <p:spPr/>
        <p:txBody>
          <a:bodyPr/>
          <a:lstStyle/>
          <a:p>
            <a:r>
              <a:rPr lang="en-US" b="1" dirty="0"/>
              <a:t>Semi supervised Learning: aka. weakly supervised learning </a:t>
            </a:r>
          </a:p>
          <a:p>
            <a:pPr lvl="1"/>
            <a:r>
              <a:rPr lang="en-US" dirty="0"/>
              <a:t>Semi-supervised learning falls between unsupervised learning (without any labeled training data) and supervised learning (with completely labeled training data). </a:t>
            </a:r>
          </a:p>
          <a:p>
            <a:pPr lvl="1"/>
            <a:r>
              <a:rPr lang="en-US" dirty="0"/>
              <a:t>Some of the training examples are missing training labels, yet many machine-learning researchers have found that unlabeled data, when used in conjunction with a small amount of labeled data, can produce a considerable improvement in learning accuracy</a:t>
            </a:r>
            <a:r>
              <a:rPr lang="en-US" b="1" dirty="0"/>
              <a:t>.</a:t>
            </a:r>
          </a:p>
          <a:p>
            <a:pPr marL="685800" lvl="1"/>
            <a:r>
              <a:rPr lang="en-US" dirty="0"/>
              <a:t>Usually, the training labels are noisy, limited, or imprecise; however, these labels are often cheaper to obtain, resulting in larger effective training sets.</a:t>
            </a:r>
            <a:endParaRPr lang="en-US" b="1" dirty="0"/>
          </a:p>
        </p:txBody>
      </p:sp>
      <p:pic>
        <p:nvPicPr>
          <p:cNvPr id="3074" name="Picture 2" descr="Introduction to Semi-Supervised Learning | TeksandsAItest">
            <a:extLst>
              <a:ext uri="{FF2B5EF4-FFF2-40B4-BE49-F238E27FC236}">
                <a16:creationId xmlns:a16="http://schemas.microsoft.com/office/drawing/2014/main" id="{971FDA36-00B2-4112-8204-BFF84B45027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18779" y="3849352"/>
            <a:ext cx="5186437" cy="2593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28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21"/>
                                        </p:tgtEl>
                                      </p:cBhvr>
                                    </p:animEffect>
                                    <p:set>
                                      <p:cBhvr>
                                        <p:cTn id="10" dur="1" fill="hold">
                                          <p:stCondLst>
                                            <p:cond delay="499"/>
                                          </p:stCondLst>
                                        </p:cTn>
                                        <p:tgtEl>
                                          <p:spTgt spid="21"/>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22"/>
                                        </p:tgtEl>
                                      </p:cBhvr>
                                    </p:animEffect>
                                    <p:set>
                                      <p:cBhvr>
                                        <p:cTn id="13" dur="1" fill="hold">
                                          <p:stCondLst>
                                            <p:cond delay="499"/>
                                          </p:stCondLst>
                                        </p:cTn>
                                        <p:tgtEl>
                                          <p:spTgt spid="22"/>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28"/>
                                        </p:tgtEl>
                                      </p:cBhvr>
                                    </p:animEffect>
                                    <p:set>
                                      <p:cBhvr>
                                        <p:cTn id="16" dur="1" fill="hold">
                                          <p:stCondLst>
                                            <p:cond delay="499"/>
                                          </p:stCondLst>
                                        </p:cTn>
                                        <p:tgtEl>
                                          <p:spTgt spid="28"/>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26"/>
                                        </p:tgtEl>
                                      </p:cBhvr>
                                    </p:animEffect>
                                    <p:set>
                                      <p:cBhvr>
                                        <p:cTn id="19" dur="1" fill="hold">
                                          <p:stCondLst>
                                            <p:cond delay="499"/>
                                          </p:stCondLst>
                                        </p:cTn>
                                        <p:tgtEl>
                                          <p:spTgt spid="26"/>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24"/>
                                        </p:tgtEl>
                                      </p:cBhvr>
                                    </p:animEffect>
                                    <p:set>
                                      <p:cBhvr>
                                        <p:cTn id="22" dur="1" fill="hold">
                                          <p:stCondLst>
                                            <p:cond delay="499"/>
                                          </p:stCondLst>
                                        </p:cTn>
                                        <p:tgtEl>
                                          <p:spTgt spid="24"/>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27"/>
                                        </p:tgtEl>
                                      </p:cBhvr>
                                    </p:animEffect>
                                    <p:set>
                                      <p:cBhvr>
                                        <p:cTn id="25" dur="1" fill="hold">
                                          <p:stCondLst>
                                            <p:cond delay="499"/>
                                          </p:stCondLst>
                                        </p:cTn>
                                        <p:tgtEl>
                                          <p:spTgt spid="27"/>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18"/>
                                        </p:tgtEl>
                                      </p:cBhvr>
                                    </p:animEffect>
                                    <p:set>
                                      <p:cBhvr>
                                        <p:cTn id="28" dur="1" fill="hold">
                                          <p:stCondLst>
                                            <p:cond delay="499"/>
                                          </p:stCondLst>
                                        </p:cTn>
                                        <p:tgtEl>
                                          <p:spTgt spid="1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fade">
                                      <p:cBhvr>
                                        <p:cTn id="33" dur="500"/>
                                        <p:tgtEl>
                                          <p:spTgt spid="10">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xEl>
                                              <p:pRg st="1" end="1"/>
                                            </p:txEl>
                                          </p:spTgt>
                                        </p:tgtEl>
                                        <p:attrNameLst>
                                          <p:attrName>style.visibility</p:attrName>
                                        </p:attrNameLst>
                                      </p:cBhvr>
                                      <p:to>
                                        <p:strVal val="visible"/>
                                      </p:to>
                                    </p:set>
                                    <p:animEffect transition="in" filter="fade">
                                      <p:cBhvr>
                                        <p:cTn id="36" dur="500"/>
                                        <p:tgtEl>
                                          <p:spTgt spid="10">
                                            <p:txEl>
                                              <p:pRg st="1" end="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animEffect transition="in" filter="fade">
                                      <p:cBhvr>
                                        <p:cTn id="39" dur="500"/>
                                        <p:tgtEl>
                                          <p:spTgt spid="10">
                                            <p:txEl>
                                              <p:pRg st="2" end="2"/>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500"/>
                                        <p:tgtEl>
                                          <p:spTgt spid="10">
                                            <p:txEl>
                                              <p:pRg st="3" end="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074"/>
                                        </p:tgtEl>
                                        <p:attrNameLst>
                                          <p:attrName>style.visibility</p:attrName>
                                        </p:attrNameLst>
                                      </p:cBhvr>
                                      <p:to>
                                        <p:strVal val="visible"/>
                                      </p:to>
                                    </p:set>
                                    <p:animEffect transition="in" filter="fade">
                                      <p:cBhvr>
                                        <p:cTn id="45"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AsOne/>
      </p:bldGraphic>
      <p:bldP spid="21" grpId="0" animBg="1"/>
      <p:bldP spid="22" grpId="0" animBg="1"/>
      <p:bldP spid="24" grpId="0" animBg="1"/>
      <p:bldP spid="26" grpId="0" animBg="1"/>
      <p:bldP spid="28" grpId="0" animBg="1"/>
      <p:bldGraphic spid="12" grpId="0">
        <p:bldAsOne/>
      </p:bldGraphic>
      <p:bldP spid="27" grpId="0" animBg="1"/>
      <p:bldP spid="10"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7"/>
          <p:cNvGraphicFramePr>
            <a:graphicFrameLocks/>
          </p:cNvGraphicFramePr>
          <p:nvPr>
            <p:extLst>
              <p:ext uri="{D42A27DB-BD31-4B8C-83A1-F6EECF244321}">
                <p14:modId xmlns:p14="http://schemas.microsoft.com/office/powerpoint/2010/main" val="3648680481"/>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lstStyle/>
          <a:p>
            <a:r>
              <a:rPr lang="en-US" dirty="0"/>
              <a:t>Types of Machine Learning</a:t>
            </a:r>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13</a:t>
            </a:fld>
            <a:endParaRPr lang="de-DE" dirty="0"/>
          </a:p>
        </p:txBody>
      </p:sp>
      <p:graphicFrame>
        <p:nvGraphicFramePr>
          <p:cNvPr id="12" name="Diagram 11"/>
          <p:cNvGraphicFramePr/>
          <p:nvPr/>
        </p:nvGraphicFramePr>
        <p:xfrm>
          <a:off x="-2040904" y="800224"/>
          <a:ext cx="6096000" cy="51532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Diagram 6">
            <a:extLst>
              <a:ext uri="{FF2B5EF4-FFF2-40B4-BE49-F238E27FC236}">
                <a16:creationId xmlns:a16="http://schemas.microsoft.com/office/drawing/2014/main" id="{54383289-E28F-4A5A-B17B-A2C2462E4431}"/>
              </a:ext>
            </a:extLst>
          </p:cNvPr>
          <p:cNvGraphicFramePr/>
          <p:nvPr>
            <p:extLst>
              <p:ext uri="{D42A27DB-BD31-4B8C-83A1-F6EECF244321}">
                <p14:modId xmlns:p14="http://schemas.microsoft.com/office/powerpoint/2010/main" val="4274828913"/>
              </p:ext>
            </p:extLst>
          </p:nvPr>
        </p:nvGraphicFramePr>
        <p:xfrm>
          <a:off x="7320136" y="800100"/>
          <a:ext cx="4608512" cy="507717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4159156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Terminology</a:t>
            </a:r>
          </a:p>
        </p:txBody>
      </p:sp>
      <p:sp>
        <p:nvSpPr>
          <p:cNvPr id="3" name="Content Placeholder 2"/>
          <p:cNvSpPr>
            <a:spLocks noGrp="1"/>
          </p:cNvSpPr>
          <p:nvPr>
            <p:ph idx="1"/>
          </p:nvPr>
        </p:nvSpPr>
        <p:spPr/>
        <p:txBody>
          <a:bodyPr/>
          <a:lstStyle/>
          <a:p>
            <a:r>
              <a:rPr lang="en-US" dirty="0"/>
              <a:t>Training dataset</a:t>
            </a:r>
          </a:p>
          <a:p>
            <a:r>
              <a:rPr lang="en-US" dirty="0"/>
              <a:t>Feature (a.k.a. input, variable …) </a:t>
            </a:r>
          </a:p>
          <a:p>
            <a:r>
              <a:rPr lang="en-US" dirty="0"/>
              <a:t>Output (a.k.a. target, label, class…) </a:t>
            </a:r>
          </a:p>
          <a:p>
            <a:r>
              <a:rPr lang="en-US" dirty="0"/>
              <a:t>Training instance (aka observation, row) </a:t>
            </a:r>
          </a:p>
          <a:p>
            <a:endParaRPr lang="en-US" dirty="0"/>
          </a:p>
          <a:p>
            <a:r>
              <a:rPr lang="en-US" dirty="0"/>
              <a:t>Training (a.k.a. learning, modeling, fitting) </a:t>
            </a:r>
          </a:p>
          <a:p>
            <a:r>
              <a:rPr lang="en-US" dirty="0"/>
              <a:t>Model validation and testing </a:t>
            </a:r>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14</a:t>
            </a:fld>
            <a:endParaRPr lang="de-DE" dirty="0"/>
          </a:p>
        </p:txBody>
      </p:sp>
      <p:pic>
        <p:nvPicPr>
          <p:cNvPr id="8194" name="Picture 2" descr="Image result for dataset"/>
          <p:cNvPicPr>
            <a:picLocks noChangeAspect="1" noChangeArrowheads="1"/>
          </p:cNvPicPr>
          <p:nvPr/>
        </p:nvPicPr>
        <p:blipFill rotWithShape="1">
          <a:blip r:embed="rId2">
            <a:extLst>
              <a:ext uri="{28A0092B-C50C-407E-A947-70E740481C1C}">
                <a14:useLocalDpi xmlns:a14="http://schemas.microsoft.com/office/drawing/2010/main" val="0"/>
              </a:ext>
            </a:extLst>
          </a:blip>
          <a:srcRect l="7212"/>
          <a:stretch/>
        </p:blipFill>
        <p:spPr bwMode="auto">
          <a:xfrm>
            <a:off x="6888088" y="2515394"/>
            <a:ext cx="4692997" cy="2695576"/>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p:cNvGrpSpPr/>
          <p:nvPr/>
        </p:nvGrpSpPr>
        <p:grpSpPr>
          <a:xfrm>
            <a:off x="7176120" y="1556729"/>
            <a:ext cx="3312368" cy="968586"/>
            <a:chOff x="7176120" y="1556729"/>
            <a:chExt cx="3312368" cy="968586"/>
          </a:xfrm>
        </p:grpSpPr>
        <p:sp>
          <p:nvSpPr>
            <p:cNvPr id="7" name="Down Arrow 6"/>
            <p:cNvSpPr/>
            <p:nvPr/>
          </p:nvSpPr>
          <p:spPr bwMode="auto">
            <a:xfrm>
              <a:off x="7392144" y="2286793"/>
              <a:ext cx="144016" cy="238522"/>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9" name="Down Arrow 8"/>
            <p:cNvSpPr/>
            <p:nvPr/>
          </p:nvSpPr>
          <p:spPr bwMode="auto">
            <a:xfrm>
              <a:off x="8260978" y="2286793"/>
              <a:ext cx="144016" cy="238522"/>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10" name="Down Arrow 9"/>
            <p:cNvSpPr/>
            <p:nvPr/>
          </p:nvSpPr>
          <p:spPr bwMode="auto">
            <a:xfrm>
              <a:off x="9201820" y="2286793"/>
              <a:ext cx="144016" cy="238522"/>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11" name="Down Arrow 10"/>
            <p:cNvSpPr/>
            <p:nvPr/>
          </p:nvSpPr>
          <p:spPr bwMode="auto">
            <a:xfrm>
              <a:off x="10070654" y="2276872"/>
              <a:ext cx="144016" cy="238522"/>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8" name="TextBox 7"/>
            <p:cNvSpPr txBox="1"/>
            <p:nvPr/>
          </p:nvSpPr>
          <p:spPr>
            <a:xfrm>
              <a:off x="8328248" y="1556729"/>
              <a:ext cx="1064715" cy="307777"/>
            </a:xfrm>
            <a:prstGeom prst="rect">
              <a:avLst/>
            </a:prstGeom>
            <a:noFill/>
          </p:spPr>
          <p:txBody>
            <a:bodyPr wrap="none" rtlCol="0">
              <a:spAutoFit/>
            </a:bodyPr>
            <a:lstStyle/>
            <a:p>
              <a:r>
                <a:rPr lang="en-US" sz="1400" dirty="0"/>
                <a:t>Features</a:t>
              </a:r>
              <a:endParaRPr lang="en-US" dirty="0"/>
            </a:p>
          </p:txBody>
        </p:sp>
        <p:sp>
          <p:nvSpPr>
            <p:cNvPr id="14" name="Left Brace 13"/>
            <p:cNvSpPr/>
            <p:nvPr/>
          </p:nvSpPr>
          <p:spPr bwMode="auto">
            <a:xfrm rot="5400000">
              <a:off x="8579512" y="441432"/>
              <a:ext cx="505583" cy="3312368"/>
            </a:xfrm>
            <a:prstGeom prst="lef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grpSp>
      <p:grpSp>
        <p:nvGrpSpPr>
          <p:cNvPr id="19" name="Group 18"/>
          <p:cNvGrpSpPr/>
          <p:nvPr/>
        </p:nvGrpSpPr>
        <p:grpSpPr>
          <a:xfrm>
            <a:off x="10470611" y="1561882"/>
            <a:ext cx="881973" cy="970618"/>
            <a:chOff x="10470611" y="1561882"/>
            <a:chExt cx="881973" cy="970618"/>
          </a:xfrm>
        </p:grpSpPr>
        <p:sp>
          <p:nvSpPr>
            <p:cNvPr id="12" name="Down Arrow 11"/>
            <p:cNvSpPr/>
            <p:nvPr/>
          </p:nvSpPr>
          <p:spPr bwMode="auto">
            <a:xfrm>
              <a:off x="10855802" y="2293978"/>
              <a:ext cx="144016" cy="238522"/>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16" name="TextBox 15"/>
            <p:cNvSpPr txBox="1"/>
            <p:nvPr/>
          </p:nvSpPr>
          <p:spPr>
            <a:xfrm>
              <a:off x="10470611" y="1561882"/>
              <a:ext cx="881973" cy="307777"/>
            </a:xfrm>
            <a:prstGeom prst="rect">
              <a:avLst/>
            </a:prstGeom>
            <a:noFill/>
          </p:spPr>
          <p:txBody>
            <a:bodyPr wrap="none" rtlCol="0">
              <a:spAutoFit/>
            </a:bodyPr>
            <a:lstStyle/>
            <a:p>
              <a:r>
                <a:rPr lang="en-US" sz="1400" dirty="0"/>
                <a:t>Output</a:t>
              </a:r>
              <a:endParaRPr lang="en-US" dirty="0"/>
            </a:p>
          </p:txBody>
        </p:sp>
      </p:grpSp>
      <p:grpSp>
        <p:nvGrpSpPr>
          <p:cNvPr id="20" name="Group 19"/>
          <p:cNvGrpSpPr/>
          <p:nvPr/>
        </p:nvGrpSpPr>
        <p:grpSpPr>
          <a:xfrm>
            <a:off x="5785155" y="3769295"/>
            <a:ext cx="5639437" cy="307777"/>
            <a:chOff x="5785155" y="3769295"/>
            <a:chExt cx="5639437" cy="307777"/>
          </a:xfrm>
        </p:grpSpPr>
        <p:sp>
          <p:nvSpPr>
            <p:cNvPr id="15" name="Rectangle 14"/>
            <p:cNvSpPr/>
            <p:nvPr/>
          </p:nvSpPr>
          <p:spPr bwMode="auto">
            <a:xfrm>
              <a:off x="6888088" y="3875562"/>
              <a:ext cx="4536504" cy="144016"/>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18" name="TextBox 17"/>
            <p:cNvSpPr txBox="1"/>
            <p:nvPr/>
          </p:nvSpPr>
          <p:spPr>
            <a:xfrm>
              <a:off x="5785155" y="3769295"/>
              <a:ext cx="1071127" cy="307777"/>
            </a:xfrm>
            <a:prstGeom prst="rect">
              <a:avLst/>
            </a:prstGeom>
            <a:noFill/>
          </p:spPr>
          <p:txBody>
            <a:bodyPr wrap="none" rtlCol="0">
              <a:spAutoFit/>
            </a:bodyPr>
            <a:lstStyle/>
            <a:p>
              <a:r>
                <a:rPr lang="en-US" sz="1400" dirty="0"/>
                <a:t>Instance</a:t>
              </a:r>
            </a:p>
          </p:txBody>
        </p:sp>
      </p:grpSp>
    </p:spTree>
    <p:extLst>
      <p:ext uri="{BB962C8B-B14F-4D97-AF65-F5344CB8AC3E}">
        <p14:creationId xmlns:p14="http://schemas.microsoft.com/office/powerpoint/2010/main" val="385198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194"/>
                                        </p:tgtEl>
                                        <p:attrNameLst>
                                          <p:attrName>style.visibility</p:attrName>
                                        </p:attrNameLst>
                                      </p:cBhvr>
                                      <p:to>
                                        <p:strVal val="visible"/>
                                      </p:to>
                                    </p:set>
                                    <p:animEffect transition="in" filter="fade">
                                      <p:cBhvr>
                                        <p:cTn id="11" dur="500"/>
                                        <p:tgtEl>
                                          <p:spTgt spid="819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fade">
                                      <p:cBhvr>
                                        <p:cTn id="43" dur="500"/>
                                        <p:tgtEl>
                                          <p:spTgt spid="3">
                                            <p:txEl>
                                              <p:pRg st="5" end="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fade">
                                      <p:cBhvr>
                                        <p:cTn id="4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process</a:t>
            </a:r>
          </a:p>
        </p:txBody>
      </p:sp>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15</a:t>
            </a:fld>
            <a:endParaRPr lang="de-DE" dirty="0"/>
          </a:p>
        </p:txBody>
      </p:sp>
      <p:pic>
        <p:nvPicPr>
          <p:cNvPr id="8" name="Picture 2" descr="Image result for dataset"/>
          <p:cNvPicPr>
            <a:picLocks noChangeAspect="1" noChangeArrowheads="1"/>
          </p:cNvPicPr>
          <p:nvPr/>
        </p:nvPicPr>
        <p:blipFill rotWithShape="1">
          <a:blip r:embed="rId2">
            <a:extLst>
              <a:ext uri="{28A0092B-C50C-407E-A947-70E740481C1C}">
                <a14:useLocalDpi xmlns:a14="http://schemas.microsoft.com/office/drawing/2010/main" val="0"/>
              </a:ext>
            </a:extLst>
          </a:blip>
          <a:srcRect l="7212"/>
          <a:stretch/>
        </p:blipFill>
        <p:spPr bwMode="auto">
          <a:xfrm>
            <a:off x="960960" y="2132856"/>
            <a:ext cx="2674907" cy="1536420"/>
          </a:xfrm>
          <a:prstGeom prst="rect">
            <a:avLst/>
          </a:prstGeom>
          <a:noFill/>
          <a:extLst>
            <a:ext uri="{909E8E84-426E-40DD-AFC4-6F175D3DCCD1}">
              <a14:hiddenFill xmlns:a14="http://schemas.microsoft.com/office/drawing/2010/main">
                <a:solidFill>
                  <a:srgbClr val="FFFFFF"/>
                </a:solidFill>
              </a14:hiddenFill>
            </a:ext>
          </a:extLst>
        </p:spPr>
      </p:pic>
      <p:sp>
        <p:nvSpPr>
          <p:cNvPr id="7" name="Right Arrow 6"/>
          <p:cNvSpPr/>
          <p:nvPr/>
        </p:nvSpPr>
        <p:spPr bwMode="auto">
          <a:xfrm>
            <a:off x="3842525" y="2586000"/>
            <a:ext cx="1512168" cy="792088"/>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Training</a:t>
            </a:r>
          </a:p>
        </p:txBody>
      </p:sp>
      <p:grpSp>
        <p:nvGrpSpPr>
          <p:cNvPr id="10" name="Group 9"/>
          <p:cNvGrpSpPr/>
          <p:nvPr/>
        </p:nvGrpSpPr>
        <p:grpSpPr>
          <a:xfrm>
            <a:off x="5869285" y="1893634"/>
            <a:ext cx="1666875" cy="2144974"/>
            <a:chOff x="5561351" y="1893634"/>
            <a:chExt cx="1666875" cy="2144974"/>
          </a:xfrm>
        </p:grpSpPr>
        <p:pic>
          <p:nvPicPr>
            <p:cNvPr id="10244" name="Picture 4" descr="Image result for datas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1351" y="1893634"/>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5916932" y="3669276"/>
              <a:ext cx="955711" cy="369332"/>
            </a:xfrm>
            <a:prstGeom prst="rect">
              <a:avLst/>
            </a:prstGeom>
            <a:noFill/>
          </p:spPr>
          <p:txBody>
            <a:bodyPr wrap="none" rtlCol="0">
              <a:spAutoFit/>
            </a:bodyPr>
            <a:lstStyle/>
            <a:p>
              <a:r>
                <a:rPr lang="en-US" dirty="0"/>
                <a:t>Model</a:t>
              </a:r>
            </a:p>
          </p:txBody>
        </p:sp>
      </p:grpSp>
      <p:pic>
        <p:nvPicPr>
          <p:cNvPr id="11" name="Picture 10"/>
          <p:cNvPicPr>
            <a:picLocks noChangeAspect="1"/>
          </p:cNvPicPr>
          <p:nvPr/>
        </p:nvPicPr>
        <p:blipFill rotWithShape="1">
          <a:blip r:embed="rId4"/>
          <a:srcRect b="25851"/>
          <a:stretch/>
        </p:blipFill>
        <p:spPr>
          <a:xfrm>
            <a:off x="7434884" y="1398334"/>
            <a:ext cx="4705350" cy="734522"/>
          </a:xfrm>
          <a:prstGeom prst="rect">
            <a:avLst/>
          </a:prstGeom>
        </p:spPr>
      </p:pic>
      <p:grpSp>
        <p:nvGrpSpPr>
          <p:cNvPr id="19" name="Group 18"/>
          <p:cNvGrpSpPr/>
          <p:nvPr/>
        </p:nvGrpSpPr>
        <p:grpSpPr>
          <a:xfrm>
            <a:off x="8201969" y="2128128"/>
            <a:ext cx="1958032" cy="1391349"/>
            <a:chOff x="8201969" y="2128128"/>
            <a:chExt cx="1958032" cy="1391349"/>
          </a:xfrm>
        </p:grpSpPr>
        <p:sp>
          <p:nvSpPr>
            <p:cNvPr id="12" name="Bent-Up Arrow 11"/>
            <p:cNvSpPr/>
            <p:nvPr/>
          </p:nvSpPr>
          <p:spPr bwMode="auto">
            <a:xfrm rot="16200000" flipH="1">
              <a:off x="8485310" y="1844787"/>
              <a:ext cx="1391349" cy="1958032"/>
            </a:xfrm>
            <a:prstGeom prst="bentUp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Verdana" pitchFamily="34" charset="0"/>
              </a:endParaRPr>
            </a:p>
          </p:txBody>
        </p:sp>
        <p:sp>
          <p:nvSpPr>
            <p:cNvPr id="14" name="TextBox 13"/>
            <p:cNvSpPr txBox="1"/>
            <p:nvPr/>
          </p:nvSpPr>
          <p:spPr>
            <a:xfrm>
              <a:off x="8349062" y="2982044"/>
              <a:ext cx="1778051" cy="338554"/>
            </a:xfrm>
            <a:prstGeom prst="rect">
              <a:avLst/>
            </a:prstGeom>
            <a:noFill/>
          </p:spPr>
          <p:txBody>
            <a:bodyPr wrap="none" rtlCol="0">
              <a:spAutoFit/>
            </a:bodyPr>
            <a:lstStyle/>
            <a:p>
              <a:r>
                <a:rPr lang="en-US" sz="1600" dirty="0"/>
                <a:t>New Instance</a:t>
              </a:r>
            </a:p>
          </p:txBody>
        </p:sp>
      </p:grpSp>
      <p:grpSp>
        <p:nvGrpSpPr>
          <p:cNvPr id="20" name="Group 19"/>
          <p:cNvGrpSpPr/>
          <p:nvPr/>
        </p:nvGrpSpPr>
        <p:grpSpPr>
          <a:xfrm>
            <a:off x="6240016" y="4293096"/>
            <a:ext cx="1005403" cy="1377444"/>
            <a:chOff x="6240016" y="4293096"/>
            <a:chExt cx="1005403" cy="1377444"/>
          </a:xfrm>
        </p:grpSpPr>
        <p:sp>
          <p:nvSpPr>
            <p:cNvPr id="15" name="Down Arrow 14"/>
            <p:cNvSpPr/>
            <p:nvPr/>
          </p:nvSpPr>
          <p:spPr bwMode="auto">
            <a:xfrm>
              <a:off x="6456040" y="4293096"/>
              <a:ext cx="504056" cy="864096"/>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16" name="TextBox 15"/>
            <p:cNvSpPr txBox="1"/>
            <p:nvPr/>
          </p:nvSpPr>
          <p:spPr>
            <a:xfrm>
              <a:off x="6240016" y="5301208"/>
              <a:ext cx="1005403" cy="369332"/>
            </a:xfrm>
            <a:prstGeom prst="rect">
              <a:avLst/>
            </a:prstGeom>
            <a:noFill/>
          </p:spPr>
          <p:txBody>
            <a:bodyPr wrap="none" rtlCol="0">
              <a:spAutoFit/>
            </a:bodyPr>
            <a:lstStyle/>
            <a:p>
              <a:r>
                <a:rPr lang="en-US" dirty="0"/>
                <a:t>Result</a:t>
              </a:r>
            </a:p>
          </p:txBody>
        </p:sp>
      </p:grpSp>
    </p:spTree>
    <p:extLst>
      <p:ext uri="{BB962C8B-B14F-4D97-AF65-F5344CB8AC3E}">
        <p14:creationId xmlns:p14="http://schemas.microsoft.com/office/powerpoint/2010/main" val="270183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right)">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up)">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521E7-A526-4E85-B47E-4461235E4D22}"/>
              </a:ext>
            </a:extLst>
          </p:cNvPr>
          <p:cNvSpPr>
            <a:spLocks noGrp="1"/>
          </p:cNvSpPr>
          <p:nvPr>
            <p:ph type="title"/>
          </p:nvPr>
        </p:nvSpPr>
        <p:spPr>
          <a:xfrm>
            <a:off x="609600" y="228600"/>
            <a:ext cx="10972800" cy="1143000"/>
          </a:xfrm>
        </p:spPr>
        <p:txBody>
          <a:bodyPr/>
          <a:lstStyle/>
          <a:p>
            <a:r>
              <a:rPr lang="en-US" dirty="0"/>
              <a:t>Generative vs. Discriminative Models</a:t>
            </a:r>
          </a:p>
        </p:txBody>
      </p:sp>
      <p:sp>
        <p:nvSpPr>
          <p:cNvPr id="3" name="Content Placeholder 2">
            <a:extLst>
              <a:ext uri="{FF2B5EF4-FFF2-40B4-BE49-F238E27FC236}">
                <a16:creationId xmlns:a16="http://schemas.microsoft.com/office/drawing/2014/main" id="{E9C240DC-B849-4C25-A502-B4351FC0AA54}"/>
              </a:ext>
            </a:extLst>
          </p:cNvPr>
          <p:cNvSpPr>
            <a:spLocks noGrp="1"/>
          </p:cNvSpPr>
          <p:nvPr>
            <p:ph idx="1"/>
          </p:nvPr>
        </p:nvSpPr>
        <p:spPr>
          <a:xfrm>
            <a:off x="609600" y="1600200"/>
            <a:ext cx="7502624" cy="4525963"/>
          </a:xfrm>
        </p:spPr>
        <p:txBody>
          <a:bodyPr/>
          <a:lstStyle/>
          <a:p>
            <a:r>
              <a:rPr lang="en-US" dirty="0"/>
              <a:t> Two different approaches to machine learning models:</a:t>
            </a:r>
          </a:p>
          <a:p>
            <a:pPr lvl="1"/>
            <a:r>
              <a:rPr lang="en-US" dirty="0"/>
              <a:t>A </a:t>
            </a:r>
            <a:r>
              <a:rPr lang="en-US" b="1" dirty="0">
                <a:solidFill>
                  <a:srgbClr val="FF0000"/>
                </a:solidFill>
              </a:rPr>
              <a:t>Discriminative</a:t>
            </a:r>
            <a:r>
              <a:rPr lang="en-US" dirty="0"/>
              <a:t> model ‌models the </a:t>
            </a:r>
            <a:r>
              <a:rPr lang="en-US" b="1" dirty="0"/>
              <a:t>decision boundary between </a:t>
            </a:r>
            <a:r>
              <a:rPr lang="en-US" dirty="0"/>
              <a:t>the classes.</a:t>
            </a:r>
          </a:p>
          <a:p>
            <a:pPr lvl="2"/>
            <a:r>
              <a:rPr lang="en-US" dirty="0"/>
              <a:t>A discriminative model focuses on predicting the labels of the data.</a:t>
            </a:r>
          </a:p>
          <a:p>
            <a:pPr lvl="2"/>
            <a:r>
              <a:rPr lang="en-US" b="0" i="0" dirty="0">
                <a:solidFill>
                  <a:srgbClr val="292929"/>
                </a:solidFill>
                <a:effectLst/>
                <a:latin typeface="source-serif-pro"/>
              </a:rPr>
              <a:t>Discriminative model ‌learns the </a:t>
            </a:r>
            <a:r>
              <a:rPr lang="en-US" b="1" i="0" dirty="0">
                <a:solidFill>
                  <a:srgbClr val="292929"/>
                </a:solidFill>
                <a:effectLst/>
                <a:latin typeface="source-serif-pro"/>
              </a:rPr>
              <a:t>conditional probability distribution p(</a:t>
            </a:r>
            <a:r>
              <a:rPr lang="en-US" b="1" i="0" dirty="0" err="1">
                <a:solidFill>
                  <a:srgbClr val="292929"/>
                </a:solidFill>
                <a:effectLst/>
                <a:latin typeface="source-serif-pro"/>
              </a:rPr>
              <a:t>y|x</a:t>
            </a:r>
            <a:r>
              <a:rPr lang="en-US" b="1" i="0" dirty="0">
                <a:solidFill>
                  <a:srgbClr val="292929"/>
                </a:solidFill>
                <a:effectLst/>
                <a:latin typeface="source-serif-pro"/>
              </a:rPr>
              <a:t>)</a:t>
            </a:r>
            <a:r>
              <a:rPr lang="en-US" b="0" i="0" dirty="0">
                <a:solidFill>
                  <a:srgbClr val="292929"/>
                </a:solidFill>
                <a:effectLst/>
                <a:latin typeface="source-serif-pro"/>
              </a:rPr>
              <a:t>.</a:t>
            </a:r>
          </a:p>
          <a:p>
            <a:pPr lvl="2"/>
            <a:r>
              <a:rPr lang="en-US" b="1" dirty="0"/>
              <a:t>Discriminative Classifiers: </a:t>
            </a:r>
            <a:r>
              <a:rPr lang="en-US" dirty="0"/>
              <a:t>‌Logistic regression, Support Vector Machine, ‌Traditional neural networks, ‌Nearest neighbors, Conditional Random Fields (CRF)s</a:t>
            </a:r>
          </a:p>
          <a:p>
            <a:pPr lvl="1"/>
            <a:r>
              <a:rPr lang="en-US" dirty="0"/>
              <a:t>A </a:t>
            </a:r>
            <a:r>
              <a:rPr lang="en-US" b="1" dirty="0">
                <a:solidFill>
                  <a:srgbClr val="FF0000"/>
                </a:solidFill>
              </a:rPr>
              <a:t>Generative</a:t>
            </a:r>
            <a:r>
              <a:rPr lang="en-US" dirty="0"/>
              <a:t> Model ‌explicitly models </a:t>
            </a:r>
            <a:r>
              <a:rPr lang="en-US" b="1" dirty="0"/>
              <a:t>the actual distribution of each class</a:t>
            </a:r>
            <a:r>
              <a:rPr lang="en-US" dirty="0"/>
              <a:t>. </a:t>
            </a:r>
          </a:p>
          <a:p>
            <a:pPr lvl="2"/>
            <a:r>
              <a:rPr lang="en-US" dirty="0"/>
              <a:t>A generative model explains how the data was generated.</a:t>
            </a:r>
          </a:p>
          <a:p>
            <a:pPr lvl="2"/>
            <a:r>
              <a:rPr lang="en-US" b="0" i="0" dirty="0">
                <a:solidFill>
                  <a:srgbClr val="292929"/>
                </a:solidFill>
                <a:effectLst/>
                <a:latin typeface="source-serif-pro"/>
              </a:rPr>
              <a:t>A Generative Model ‌learns the </a:t>
            </a:r>
            <a:r>
              <a:rPr lang="en-US" b="1" i="0" dirty="0">
                <a:solidFill>
                  <a:srgbClr val="292929"/>
                </a:solidFill>
                <a:effectLst/>
                <a:latin typeface="source-serif-pro"/>
              </a:rPr>
              <a:t>joint probability distribution p(</a:t>
            </a:r>
            <a:r>
              <a:rPr lang="en-US" b="1" i="0" dirty="0" err="1">
                <a:solidFill>
                  <a:srgbClr val="292929"/>
                </a:solidFill>
                <a:effectLst/>
                <a:latin typeface="source-serif-pro"/>
              </a:rPr>
              <a:t>x,y</a:t>
            </a:r>
            <a:r>
              <a:rPr lang="en-US" b="1" i="0" dirty="0">
                <a:solidFill>
                  <a:srgbClr val="292929"/>
                </a:solidFill>
                <a:effectLst/>
                <a:latin typeface="source-serif-pro"/>
              </a:rPr>
              <a:t>).</a:t>
            </a:r>
            <a:r>
              <a:rPr lang="en-US" b="0" i="0" dirty="0">
                <a:solidFill>
                  <a:srgbClr val="292929"/>
                </a:solidFill>
                <a:effectLst/>
                <a:latin typeface="source-serif-pro"/>
              </a:rPr>
              <a:t> </a:t>
            </a:r>
          </a:p>
          <a:p>
            <a:pPr lvl="2"/>
            <a:r>
              <a:rPr lang="en-US" b="1" dirty="0"/>
              <a:t>Generative classifiers: ‌</a:t>
            </a:r>
            <a:r>
              <a:rPr lang="en-US" dirty="0"/>
              <a:t>Naïve Bayes, Bayesian networks, Markov random fields, ‌Hidden Markov Models (HMM)</a:t>
            </a:r>
          </a:p>
        </p:txBody>
      </p:sp>
      <p:sp>
        <p:nvSpPr>
          <p:cNvPr id="4" name="Slide Number Placeholder 3">
            <a:extLst>
              <a:ext uri="{FF2B5EF4-FFF2-40B4-BE49-F238E27FC236}">
                <a16:creationId xmlns:a16="http://schemas.microsoft.com/office/drawing/2014/main" id="{6DA85F19-A15B-4617-91CD-0EE9B106587A}"/>
              </a:ext>
            </a:extLst>
          </p:cNvPr>
          <p:cNvSpPr>
            <a:spLocks noGrp="1"/>
          </p:cNvSpPr>
          <p:nvPr>
            <p:ph type="sldNum" sz="quarter" idx="12"/>
          </p:nvPr>
        </p:nvSpPr>
        <p:spPr>
          <a:xfrm>
            <a:off x="8737600" y="6245225"/>
            <a:ext cx="2844800" cy="476250"/>
          </a:xfrm>
        </p:spPr>
        <p:txBody>
          <a:bodyPr/>
          <a:lstStyle/>
          <a:p>
            <a:fld id="{BBD004AC-48FD-42AD-B4D1-61F927313C22}" type="slidenum">
              <a:rPr lang="de-DE" smtClean="0"/>
              <a:pPr/>
              <a:t>16</a:t>
            </a:fld>
            <a:endParaRPr lang="de-DE" dirty="0"/>
          </a:p>
        </p:txBody>
      </p:sp>
      <p:pic>
        <p:nvPicPr>
          <p:cNvPr id="2050" name="Picture 2" descr="Discriminative and Generative Models 2">
            <a:extLst>
              <a:ext uri="{FF2B5EF4-FFF2-40B4-BE49-F238E27FC236}">
                <a16:creationId xmlns:a16="http://schemas.microsoft.com/office/drawing/2014/main" id="{B13EE2A1-E897-47CB-A53C-1F713F5EE74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12224" y="2348880"/>
            <a:ext cx="3354410" cy="216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328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050"/>
                                        </p:tgtEl>
                                        <p:attrNameLst>
                                          <p:attrName>style.visibility</p:attrName>
                                        </p:attrNameLst>
                                      </p:cBhvr>
                                      <p:to>
                                        <p:strVal val="visible"/>
                                      </p:to>
                                    </p:set>
                                    <p:animEffect transition="in" filter="fade">
                                      <p:cBhvr>
                                        <p:cTn id="18" dur="500"/>
                                        <p:tgtEl>
                                          <p:spTgt spid="205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DEEAF-FD0B-4D11-B286-AFF89737C37C}"/>
              </a:ext>
            </a:extLst>
          </p:cNvPr>
          <p:cNvSpPr>
            <a:spLocks noGrp="1"/>
          </p:cNvSpPr>
          <p:nvPr>
            <p:ph type="title"/>
          </p:nvPr>
        </p:nvSpPr>
        <p:spPr>
          <a:xfrm>
            <a:off x="609600" y="228600"/>
            <a:ext cx="10972800" cy="1143000"/>
          </a:xfrm>
        </p:spPr>
        <p:txBody>
          <a:bodyPr/>
          <a:lstStyle/>
          <a:p>
            <a:r>
              <a:rPr lang="en-US" dirty="0"/>
              <a:t>Linear vs Non-linear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BF01E4-0600-442B-B25A-4124E766A999}"/>
                  </a:ext>
                </a:extLst>
              </p:cNvPr>
              <p:cNvSpPr>
                <a:spLocks noGrp="1"/>
              </p:cNvSpPr>
              <p:nvPr>
                <p:ph idx="1"/>
              </p:nvPr>
            </p:nvSpPr>
            <p:spPr>
              <a:xfrm>
                <a:off x="609599" y="1326770"/>
                <a:ext cx="7507257" cy="4525963"/>
              </a:xfrm>
            </p:spPr>
            <p:txBody>
              <a:bodyPr/>
              <a:lstStyle/>
              <a:p>
                <a:r>
                  <a:rPr lang="en-US" dirty="0"/>
                  <a:t>It is very important to know whether the </a:t>
                </a:r>
                <a:r>
                  <a:rPr lang="en-US" b="1" dirty="0"/>
                  <a:t>data</a:t>
                </a:r>
                <a:r>
                  <a:rPr lang="en-US" dirty="0"/>
                  <a:t> is linear or not as it helps to </a:t>
                </a:r>
                <a:r>
                  <a:rPr lang="en-US" b="1" dirty="0"/>
                  <a:t>choose appropriate algorithms </a:t>
                </a:r>
                <a:r>
                  <a:rPr lang="en-US" dirty="0"/>
                  <a:t>to train a high-performance model.</a:t>
                </a:r>
              </a:p>
              <a:p>
                <a:pPr lvl="1"/>
                <a:r>
                  <a:rPr lang="en-US" b="1" dirty="0"/>
                  <a:t>Linear algorithms </a:t>
                </a:r>
                <a:r>
                  <a:rPr lang="en-US" dirty="0"/>
                  <a:t>assume, that the sample features </a:t>
                </a:r>
                <a14:m>
                  <m:oMath xmlns:m="http://schemas.openxmlformats.org/officeDocument/2006/math">
                    <m:r>
                      <a:rPr lang="en-US" i="1" dirty="0" smtClean="0">
                        <a:latin typeface="Cambria Math" panose="02040503050406030204" pitchFamily="18" charset="0"/>
                      </a:rPr>
                      <m:t>𝑥</m:t>
                    </m:r>
                  </m:oMath>
                </a14:m>
                <a:r>
                  <a:rPr lang="en-US" dirty="0"/>
                  <a:t> and the label output </a:t>
                </a:r>
                <a14:m>
                  <m:oMath xmlns:m="http://schemas.openxmlformats.org/officeDocument/2006/math">
                    <m:r>
                      <a:rPr lang="en-US" i="1" dirty="0" smtClean="0">
                        <a:latin typeface="Cambria Math" panose="02040503050406030204" pitchFamily="18" charset="0"/>
                      </a:rPr>
                      <m:t>𝑦</m:t>
                    </m:r>
                  </m:oMath>
                </a14:m>
                <a:r>
                  <a:rPr lang="en-US" dirty="0"/>
                  <a:t> are linearly related and there is an affine function </a:t>
                </a:r>
                <a:br>
                  <a:rPr lang="en-US" dirty="0"/>
                </a:b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err="1" smtClean="0">
                        <a:latin typeface="Cambria Math" panose="02040503050406030204" pitchFamily="18" charset="0"/>
                      </a:rPr>
                      <m:t>𝑤</m:t>
                    </m:r>
                    <m:r>
                      <a:rPr lang="en-US" i="1" dirty="0" err="1" smtClean="0">
                        <a:latin typeface="Cambria Math" panose="02040503050406030204" pitchFamily="18" charset="0"/>
                      </a:rPr>
                      <m:t>,</m:t>
                    </m:r>
                    <m:r>
                      <a:rPr lang="en-US" i="1" dirty="0" err="1"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𝑏</m:t>
                    </m:r>
                  </m:oMath>
                </a14:m>
                <a:r>
                  <a:rPr lang="en-US" dirty="0"/>
                  <a:t> describing the underlying relationship. </a:t>
                </a:r>
              </a:p>
              <a:p>
                <a:pPr lvl="2" indent="-285750"/>
                <a:r>
                  <a:rPr lang="en-US" dirty="0"/>
                  <a:t>Logistic Regression, Support Vector Machine (linear kernel) , Naive Bayes…</a:t>
                </a:r>
              </a:p>
              <a:p>
                <a:pPr lvl="1"/>
                <a:r>
                  <a:rPr lang="en-US" b="1" dirty="0"/>
                  <a:t>Nonlinear algorithms </a:t>
                </a:r>
                <a:r>
                  <a:rPr lang="en-US" dirty="0"/>
                  <a:t>assumes a nonlinear relationship between </a:t>
                </a:r>
                <a14:m>
                  <m:oMath xmlns:m="http://schemas.openxmlformats.org/officeDocument/2006/math">
                    <m:r>
                      <a:rPr lang="en-US" i="1" dirty="0" smtClean="0">
                        <a:latin typeface="Cambria Math" panose="02040503050406030204" pitchFamily="18" charset="0"/>
                      </a:rPr>
                      <m:t>𝑥</m:t>
                    </m:r>
                  </m:oMath>
                </a14:m>
                <a:r>
                  <a:rPr lang="en-US" dirty="0"/>
                  <a:t> and </a:t>
                </a:r>
                <a14:m>
                  <m:oMath xmlns:m="http://schemas.openxmlformats.org/officeDocument/2006/math">
                    <m:r>
                      <a:rPr lang="en-US" i="1" dirty="0" smtClean="0">
                        <a:latin typeface="Cambria Math" panose="02040503050406030204" pitchFamily="18" charset="0"/>
                      </a:rPr>
                      <m:t>𝑦</m:t>
                    </m:r>
                  </m:oMath>
                </a14:m>
                <a:r>
                  <a:rPr lang="en-US" dirty="0"/>
                  <a:t>. Thus,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oMath>
                </a14:m>
                <a:r>
                  <a:rPr lang="en-US" dirty="0"/>
                  <a:t> can by a function of arbitrary complexity. </a:t>
                </a:r>
              </a:p>
              <a:p>
                <a:pPr lvl="2"/>
                <a:r>
                  <a:rPr lang="en-US" dirty="0"/>
                  <a:t>Multi-Layer Perceptron (MLP), Decision Tree, K-Nearest Neighbors, Support Vector Machine (non-linear kernel) </a:t>
                </a:r>
              </a:p>
              <a:p>
                <a:pPr lvl="2"/>
                <a:endParaRPr lang="en-US" dirty="0"/>
              </a:p>
              <a:p>
                <a:pPr lvl="1"/>
                <a:endParaRPr lang="en-US" dirty="0"/>
              </a:p>
              <a:p>
                <a:pPr lvl="1"/>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7CBF01E4-0600-442B-B25A-4124E766A999}"/>
                  </a:ext>
                </a:extLst>
              </p:cNvPr>
              <p:cNvSpPr>
                <a:spLocks noGrp="1" noRot="1" noChangeAspect="1" noMove="1" noResize="1" noEditPoints="1" noAdjustHandles="1" noChangeArrowheads="1" noChangeShapeType="1" noTextEdit="1"/>
              </p:cNvSpPr>
              <p:nvPr>
                <p:ph idx="1"/>
              </p:nvPr>
            </p:nvSpPr>
            <p:spPr>
              <a:xfrm>
                <a:off x="609599" y="1326770"/>
                <a:ext cx="7507257" cy="4525963"/>
              </a:xfrm>
              <a:blipFill>
                <a:blip r:embed="rId2"/>
                <a:stretch>
                  <a:fillRect l="-731" t="-80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3CF6203-FD33-48CF-9EE2-9A6C93D6FD87}"/>
              </a:ext>
            </a:extLst>
          </p:cNvPr>
          <p:cNvSpPr>
            <a:spLocks noGrp="1"/>
          </p:cNvSpPr>
          <p:nvPr>
            <p:ph type="sldNum" sz="quarter" idx="12"/>
          </p:nvPr>
        </p:nvSpPr>
        <p:spPr>
          <a:xfrm>
            <a:off x="8737600" y="6245225"/>
            <a:ext cx="2844800" cy="476250"/>
          </a:xfrm>
        </p:spPr>
        <p:txBody>
          <a:bodyPr/>
          <a:lstStyle/>
          <a:p>
            <a:fld id="{BBD004AC-48FD-42AD-B4D1-61F927313C22}" type="slidenum">
              <a:rPr lang="de-DE" smtClean="0"/>
              <a:pPr/>
              <a:t>17</a:t>
            </a:fld>
            <a:endParaRPr lang="de-DE" dirty="0"/>
          </a:p>
        </p:txBody>
      </p:sp>
      <p:pic>
        <p:nvPicPr>
          <p:cNvPr id="8" name="Picture 7">
            <a:extLst>
              <a:ext uri="{FF2B5EF4-FFF2-40B4-BE49-F238E27FC236}">
                <a16:creationId xmlns:a16="http://schemas.microsoft.com/office/drawing/2014/main" id="{3F9556A3-57C9-42BB-8AAE-0A8F328B42F3}"/>
              </a:ext>
            </a:extLst>
          </p:cNvPr>
          <p:cNvPicPr>
            <a:picLocks noChangeAspect="1"/>
          </p:cNvPicPr>
          <p:nvPr/>
        </p:nvPicPr>
        <p:blipFill rotWithShape="1">
          <a:blip r:embed="rId3">
            <a:clrChange>
              <a:clrFrom>
                <a:srgbClr val="FFFFFF"/>
              </a:clrFrom>
              <a:clrTo>
                <a:srgbClr val="FFFFFF">
                  <a:alpha val="0"/>
                </a:srgbClr>
              </a:clrTo>
            </a:clrChange>
          </a:blip>
          <a:srcRect r="67410"/>
          <a:stretch/>
        </p:blipFill>
        <p:spPr>
          <a:xfrm>
            <a:off x="8728692" y="1315531"/>
            <a:ext cx="2007197" cy="2429046"/>
          </a:xfrm>
          <a:prstGeom prst="rect">
            <a:avLst/>
          </a:prstGeom>
        </p:spPr>
      </p:pic>
      <p:pic>
        <p:nvPicPr>
          <p:cNvPr id="15" name="Picture 14">
            <a:extLst>
              <a:ext uri="{FF2B5EF4-FFF2-40B4-BE49-F238E27FC236}">
                <a16:creationId xmlns:a16="http://schemas.microsoft.com/office/drawing/2014/main" id="{8FAEEFED-5941-45F9-8D21-90D5FC56C899}"/>
              </a:ext>
            </a:extLst>
          </p:cNvPr>
          <p:cNvPicPr>
            <a:picLocks noChangeAspect="1"/>
          </p:cNvPicPr>
          <p:nvPr/>
        </p:nvPicPr>
        <p:blipFill rotWithShape="1">
          <a:blip r:embed="rId3">
            <a:clrChange>
              <a:clrFrom>
                <a:srgbClr val="FFFFFF"/>
              </a:clrFrom>
              <a:clrTo>
                <a:srgbClr val="FFFFFF">
                  <a:alpha val="0"/>
                </a:srgbClr>
              </a:clrTo>
            </a:clrChange>
          </a:blip>
          <a:srcRect l="33905"/>
          <a:stretch/>
        </p:blipFill>
        <p:spPr>
          <a:xfrm>
            <a:off x="7926695" y="3614369"/>
            <a:ext cx="4507430" cy="2689617"/>
          </a:xfrm>
          <a:prstGeom prst="rect">
            <a:avLst/>
          </a:prstGeom>
        </p:spPr>
      </p:pic>
    </p:spTree>
    <p:extLst>
      <p:ext uri="{BB962C8B-B14F-4D97-AF65-F5344CB8AC3E}">
        <p14:creationId xmlns:p14="http://schemas.microsoft.com/office/powerpoint/2010/main" val="310964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BD004AC-48FD-42AD-B4D1-61F927313C22}" type="slidenum">
              <a:rPr lang="de-DE" smtClean="0"/>
              <a:pPr>
                <a:defRPr/>
              </a:pPr>
              <a:t>18</a:t>
            </a:fld>
            <a:endParaRPr lang="de-DE" dirty="0"/>
          </a:p>
        </p:txBody>
      </p:sp>
      <p:pic>
        <p:nvPicPr>
          <p:cNvPr id="7" name="Picture 4" descr="Image result for question?"/>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86125" y="2420888"/>
            <a:ext cx="5619750" cy="2447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568128"/>
      </p:ext>
    </p:extLst>
  </p:cSld>
  <p:clrMapOvr>
    <a:masterClrMapping/>
  </p:clrMapOvr>
</p:sld>
</file>

<file path=ppt/theme/theme1.xml><?xml version="1.0" encoding="utf-8"?>
<a:theme xmlns:a="http://schemas.openxmlformats.org/drawingml/2006/main" name="17_habv">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17_habv">
      <a:majorFont>
        <a:latin typeface="Verdana"/>
        <a:ea typeface=""/>
        <a:cs typeface=""/>
      </a:majorFont>
      <a:minorFont>
        <a:latin typeface="Verdana"/>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de-DE"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de-DE"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17_habv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7_habv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7_habv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7_habv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7_habv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7_habv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7_habv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7_habv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7_habv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7_habv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7_habv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7_habv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1288</TotalTime>
  <Words>1192</Words>
  <Application>Microsoft Office PowerPoint</Application>
  <PresentationFormat>Widescreen</PresentationFormat>
  <Paragraphs>224</Paragraphs>
  <Slides>18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Cambria Math</vt:lpstr>
      <vt:lpstr>source-serif-pro</vt:lpstr>
      <vt:lpstr>Verdana</vt:lpstr>
      <vt:lpstr>Wingdings</vt:lpstr>
      <vt:lpstr>17_habv</vt:lpstr>
      <vt:lpstr>Introduction to</vt:lpstr>
      <vt:lpstr>Definition</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Machine Learning Terminology</vt:lpstr>
      <vt:lpstr>Machine learning process</vt:lpstr>
      <vt:lpstr>Generative vs. Discriminative Models</vt:lpstr>
      <vt:lpstr>Linear vs Non-linear Data</vt:lpstr>
      <vt:lpstr>PowerPoint Presentation</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Recommender Systems</dc:title>
  <dc:creator>markus</dc:creator>
  <cp:lastModifiedBy>Z. AlDallal</cp:lastModifiedBy>
  <cp:revision>1185</cp:revision>
  <dcterms:created xsi:type="dcterms:W3CDTF">2006-04-22T09:23:14Z</dcterms:created>
  <dcterms:modified xsi:type="dcterms:W3CDTF">2023-04-02T10:54:32Z</dcterms:modified>
</cp:coreProperties>
</file>